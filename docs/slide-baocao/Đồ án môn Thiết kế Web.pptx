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rial Bold" charset="1" panose="020B0704020202020204"/>
      <p:regular r:id="rId24"/>
    </p:embeddedFont>
    <p:embeddedFont>
      <p:font typeface="Arial" charset="1" panose="020B0604020202020204"/>
      <p:regular r:id="rId25"/>
    </p:embeddedFont>
    <p:embeddedFont>
      <p:font typeface="Consolas Bold" charset="1" panose="020B0709020204030204"/>
      <p:regular r:id="rId26"/>
    </p:embeddedFont>
    <p:embeddedFont>
      <p:font typeface="Consolas" charset="1" panose="020B0609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677" y="129805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70080" y="0"/>
            <a:ext cx="6217463" cy="10287000"/>
            <a:chOff x="0" y="0"/>
            <a:chExt cx="828995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899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289925">
                  <a:moveTo>
                    <a:pt x="0" y="0"/>
                  </a:moveTo>
                  <a:lnTo>
                    <a:pt x="8289925" y="0"/>
                  </a:lnTo>
                  <a:lnTo>
                    <a:pt x="82899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70080" y="0"/>
            <a:ext cx="6217463" cy="10287000"/>
            <a:chOff x="0" y="0"/>
            <a:chExt cx="828995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99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289925">
                  <a:moveTo>
                    <a:pt x="0" y="0"/>
                  </a:moveTo>
                  <a:lnTo>
                    <a:pt x="8289925" y="0"/>
                  </a:lnTo>
                  <a:lnTo>
                    <a:pt x="828992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>
                <a:alpha val="3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371600"/>
            <a:ext cx="9657451" cy="649122"/>
            <a:chOff x="0" y="0"/>
            <a:chExt cx="12876601" cy="8654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76601" cy="865495"/>
            </a:xfrm>
            <a:custGeom>
              <a:avLst/>
              <a:gdLst/>
              <a:ahLst/>
              <a:cxnLst/>
              <a:rect r="r" b="b" t="t" l="l"/>
              <a:pathLst>
                <a:path h="865495" w="12876601">
                  <a:moveTo>
                    <a:pt x="0" y="0"/>
                  </a:moveTo>
                  <a:lnTo>
                    <a:pt x="12876601" y="0"/>
                  </a:lnTo>
                  <a:lnTo>
                    <a:pt x="12876601" y="865495"/>
                  </a:lnTo>
                  <a:lnTo>
                    <a:pt x="0" y="8654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772" r="14784" b="-18929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876601" cy="884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49" spc="484">
                  <a:solidFill>
                    <a:srgbClr val="2563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THIẾT KẾ WEB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7775" y="1920240"/>
            <a:ext cx="11384280" cy="3581400"/>
            <a:chOff x="0" y="0"/>
            <a:chExt cx="15179040" cy="4775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9039" cy="4775200"/>
            </a:xfrm>
            <a:custGeom>
              <a:avLst/>
              <a:gdLst/>
              <a:ahLst/>
              <a:cxnLst/>
              <a:rect r="r" b="b" t="t" l="l"/>
              <a:pathLst>
                <a:path h="477520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50" r="0" b="-1172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5179040" cy="4851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6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Thiết kế giao diện Website</a:t>
              </a:r>
            </a:p>
            <a:p>
              <a:pPr algn="l">
                <a:lnSpc>
                  <a:spcPts val="7776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Thương mại điện tử</a:t>
              </a:r>
            </a:p>
            <a:p>
              <a:pPr algn="l">
                <a:lnSpc>
                  <a:spcPts val="7776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sử dụng Next.js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7338060"/>
            <a:ext cx="754380" cy="82296"/>
            <a:chOff x="0" y="0"/>
            <a:chExt cx="1005840" cy="109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9728"/>
            </a:xfrm>
            <a:custGeom>
              <a:avLst/>
              <a:gdLst/>
              <a:ahLst/>
              <a:cxnLst/>
              <a:rect r="r" b="b" t="t" l="l"/>
              <a:pathLst>
                <a:path h="1097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7775" y="5261918"/>
            <a:ext cx="8229600" cy="479445"/>
            <a:chOff x="0" y="0"/>
            <a:chExt cx="10972800" cy="6392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39260"/>
            </a:xfrm>
            <a:custGeom>
              <a:avLst/>
              <a:gdLst/>
              <a:ahLst/>
              <a:cxnLst/>
              <a:rect r="r" b="b" t="t" l="l"/>
              <a:pathLst>
                <a:path h="6392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39260"/>
                  </a:lnTo>
                  <a:lnTo>
                    <a:pt x="0" y="6392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241" r="0" b="-29167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972800" cy="658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Đồ án môn Thiết kế Web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7775" y="5897880"/>
            <a:ext cx="10972800" cy="697567"/>
            <a:chOff x="0" y="0"/>
            <a:chExt cx="14630400" cy="9300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930089"/>
            </a:xfrm>
            <a:custGeom>
              <a:avLst/>
              <a:gdLst/>
              <a:ahLst/>
              <a:cxnLst/>
              <a:rect r="r" b="b" t="t" l="l"/>
              <a:pathLst>
                <a:path h="930089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30089"/>
                  </a:lnTo>
                  <a:lnTo>
                    <a:pt x="0" y="930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176" r="0" b="-24582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630400" cy="949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GVHD: T.S Đoàn Phước Miền           Thành viên: Đặng Đình Nguyên 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                                                  Thái Minh Tân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98780" y="2743200"/>
            <a:ext cx="4389120" cy="4389120"/>
            <a:chOff x="0" y="0"/>
            <a:chExt cx="5852160" cy="5852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742432" y="0"/>
                  </a:lnTo>
                  <a:cubicBezTo>
                    <a:pt x="5803011" y="0"/>
                    <a:pt x="5852160" y="49149"/>
                    <a:pt x="5852160" y="109728"/>
                  </a:cubicBezTo>
                  <a:lnTo>
                    <a:pt x="5852160" y="5742432"/>
                  </a:lnTo>
                  <a:cubicBezTo>
                    <a:pt x="5852160" y="5803011"/>
                    <a:pt x="5803011" y="5852160"/>
                    <a:pt x="5742432" y="5852160"/>
                  </a:cubicBezTo>
                  <a:lnTo>
                    <a:pt x="109728" y="5852160"/>
                  </a:lnTo>
                  <a:cubicBezTo>
                    <a:pt x="49149" y="5852160"/>
                    <a:pt x="0" y="5803011"/>
                    <a:pt x="0" y="57424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98780" y="2743200"/>
            <a:ext cx="4389120" cy="438912"/>
            <a:chOff x="0" y="0"/>
            <a:chExt cx="585216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304520" y="2894076"/>
            <a:ext cx="137160" cy="137160"/>
            <a:chOff x="0" y="0"/>
            <a:chExt cx="182880" cy="182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06272" y="2894076"/>
            <a:ext cx="137160" cy="137160"/>
            <a:chOff x="0" y="0"/>
            <a:chExt cx="182880" cy="182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908024" y="2894076"/>
            <a:ext cx="137160" cy="137160"/>
            <a:chOff x="0" y="0"/>
            <a:chExt cx="182880" cy="182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98780" y="3182112"/>
            <a:ext cx="4365803" cy="3950208"/>
            <a:chOff x="0" y="0"/>
            <a:chExt cx="5455310" cy="4936002"/>
          </a:xfrm>
        </p:grpSpPr>
        <p:sp>
          <p:nvSpPr>
            <p:cNvPr name="Freeform 33" id="33" descr="&lt;h1&gt; Xin chào &lt;/h1&gt;"/>
            <p:cNvSpPr/>
            <p:nvPr/>
          </p:nvSpPr>
          <p:spPr>
            <a:xfrm flipH="false" flipV="false" rot="0">
              <a:off x="0" y="0"/>
              <a:ext cx="5455310" cy="4936002"/>
            </a:xfrm>
            <a:custGeom>
              <a:avLst/>
              <a:gdLst/>
              <a:ahLst/>
              <a:cxnLst/>
              <a:rect r="r" b="b" t="t" l="l"/>
              <a:pathLst>
                <a:path h="4936002" w="5455310">
                  <a:moveTo>
                    <a:pt x="0" y="0"/>
                  </a:moveTo>
                  <a:lnTo>
                    <a:pt x="5455310" y="0"/>
                  </a:lnTo>
                  <a:lnTo>
                    <a:pt x="5455310" y="4936002"/>
                  </a:lnTo>
                  <a:lnTo>
                    <a:pt x="0" y="493600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209895" y="3246288"/>
            <a:ext cx="3937833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&lt;!DOCTYPE html&gt;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&lt;html&gt;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&lt;head&gt;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&lt;title&gt;Báo cáo&lt;/title&gt;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&lt;/head&gt;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&lt;body&gt;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&lt;h1&gt;Báo cáo thiết kế Web&lt;/h1&gt;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&lt;p&gt;Xin chào thầy và các bạn&lt;/p&gt;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&lt;/body&gt;</a:t>
            </a:r>
          </a:p>
          <a:p>
            <a:pPr algn="l">
              <a:lnSpc>
                <a:spcPts val="1980"/>
              </a:lnSpc>
              <a:spcBef>
                <a:spcPct val="0"/>
              </a:spcBef>
            </a:pPr>
            <a:r>
              <a:rPr lang="en-US" b="true" sz="165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&lt;/html&gt;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GIỚI THIỆU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Vấn đề &amp; Mục tiêu đề tài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223260"/>
            <a:ext cx="8092440" cy="6035040"/>
            <a:chOff x="0" y="0"/>
            <a:chExt cx="10789920" cy="8046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899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7900416"/>
                  </a:lnTo>
                  <a:cubicBezTo>
                    <a:pt x="10789920" y="7981188"/>
                    <a:pt x="10724388" y="8046720"/>
                    <a:pt x="1064361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672794"/>
            <a:ext cx="6858000" cy="499963"/>
            <a:chOff x="0" y="0"/>
            <a:chExt cx="9144000" cy="6666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666618"/>
            </a:xfrm>
            <a:custGeom>
              <a:avLst/>
              <a:gdLst/>
              <a:ahLst/>
              <a:cxnLst/>
              <a:rect r="r" b="b" t="t" l="l"/>
              <a:pathLst>
                <a:path h="66661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66618"/>
                  </a:lnTo>
                  <a:lnTo>
                    <a:pt x="0" y="6666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2408" r="0" b="-22214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144000" cy="6856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VẤN ĐỀ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4389120"/>
            <a:ext cx="6995160" cy="548640"/>
            <a:chOff x="0" y="0"/>
            <a:chExt cx="93268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326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Một website bán hàng hiện đại cần đáp ứng: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5143500"/>
            <a:ext cx="411480" cy="411480"/>
            <a:chOff x="0" y="0"/>
            <a:chExt cx="5486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5143500"/>
            <a:ext cx="411480" cy="411480"/>
            <a:chOff x="0" y="0"/>
            <a:chExt cx="54864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47672" y="5102352"/>
            <a:ext cx="6720840" cy="548640"/>
            <a:chOff x="0" y="0"/>
            <a:chExt cx="89611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Tốc độ tải trang nhanh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" y="5993892"/>
            <a:ext cx="411480" cy="411480"/>
            <a:chOff x="0" y="0"/>
            <a:chExt cx="54864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5993892"/>
            <a:ext cx="411480" cy="411480"/>
            <a:chOff x="0" y="0"/>
            <a:chExt cx="54864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47672" y="5952744"/>
            <a:ext cx="6720840" cy="548640"/>
            <a:chOff x="0" y="0"/>
            <a:chExt cx="89611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Giao diện trực quan, đẹp mắt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1600" y="6844284"/>
            <a:ext cx="411480" cy="411480"/>
            <a:chOff x="0" y="0"/>
            <a:chExt cx="54864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6844284"/>
            <a:ext cx="411480" cy="411480"/>
            <a:chOff x="0" y="0"/>
            <a:chExt cx="54864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47672" y="6803136"/>
            <a:ext cx="6720840" cy="548640"/>
            <a:chOff x="0" y="0"/>
            <a:chExt cx="89611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Responsive trên mọi thiết bị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1600" y="7694676"/>
            <a:ext cx="411480" cy="411480"/>
            <a:chOff x="0" y="0"/>
            <a:chExt cx="54864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" y="7694676"/>
            <a:ext cx="411480" cy="411480"/>
            <a:chOff x="0" y="0"/>
            <a:chExt cx="5486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48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47672" y="7653528"/>
            <a:ext cx="6720840" cy="548640"/>
            <a:chOff x="0" y="0"/>
            <a:chExt cx="89611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9611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Kiến trúc dễ mở rộng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26880" y="3223260"/>
            <a:ext cx="8133588" cy="6035040"/>
            <a:chOff x="0" y="0"/>
            <a:chExt cx="10844784" cy="8046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44785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84478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98480" y="0"/>
                  </a:lnTo>
                  <a:cubicBezTo>
                    <a:pt x="10779252" y="0"/>
                    <a:pt x="10844785" y="65532"/>
                    <a:pt x="10844785" y="146304"/>
                  </a:cubicBezTo>
                  <a:lnTo>
                    <a:pt x="10844785" y="7900416"/>
                  </a:lnTo>
                  <a:cubicBezTo>
                    <a:pt x="10844785" y="7981188"/>
                    <a:pt x="10779252" y="8046720"/>
                    <a:pt x="10698480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875520" y="3703320"/>
            <a:ext cx="6858000" cy="548640"/>
            <a:chOff x="0" y="0"/>
            <a:chExt cx="91440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9144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MỤC TIÊU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875520" y="4594860"/>
            <a:ext cx="7063740" cy="3017520"/>
            <a:chOff x="0" y="0"/>
            <a:chExt cx="9418320" cy="4023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183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809" t="0" r="-480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9418320" cy="411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Xây dựng website thương mại điện tử bằng Next.js, mang lại trải nghiệm người dùng mượt mà, hiện đại và hiệu năng cao.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NỘI DUNG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NỘI DUNG NGHIÊN CỨU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223260"/>
            <a:ext cx="16749369" cy="6035040"/>
            <a:chOff x="0" y="0"/>
            <a:chExt cx="22332493" cy="8046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32493" cy="8046720"/>
            </a:xfrm>
            <a:custGeom>
              <a:avLst/>
              <a:gdLst/>
              <a:ahLst/>
              <a:cxnLst/>
              <a:rect r="r" b="b" t="t" l="l"/>
              <a:pathLst>
                <a:path h="8046720" w="22332493">
                  <a:moveTo>
                    <a:pt x="0" y="146304"/>
                  </a:moveTo>
                  <a:cubicBezTo>
                    <a:pt x="0" y="65532"/>
                    <a:pt x="134949" y="0"/>
                    <a:pt x="301282" y="0"/>
                  </a:cubicBezTo>
                  <a:lnTo>
                    <a:pt x="22031212" y="0"/>
                  </a:lnTo>
                  <a:cubicBezTo>
                    <a:pt x="22197544" y="0"/>
                    <a:pt x="22332493" y="65532"/>
                    <a:pt x="22332493" y="146304"/>
                  </a:cubicBezTo>
                  <a:lnTo>
                    <a:pt x="22332493" y="7900416"/>
                  </a:lnTo>
                  <a:cubicBezTo>
                    <a:pt x="22332493" y="7981188"/>
                    <a:pt x="22197544" y="8046720"/>
                    <a:pt x="22031212" y="8046720"/>
                  </a:cubicBezTo>
                  <a:lnTo>
                    <a:pt x="301282" y="8046720"/>
                  </a:lnTo>
                  <a:cubicBezTo>
                    <a:pt x="134949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9773" y="4360347"/>
            <a:ext cx="14122571" cy="548640"/>
            <a:chOff x="0" y="0"/>
            <a:chExt cx="18830095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30096" cy="731520"/>
            </a:xfrm>
            <a:custGeom>
              <a:avLst/>
              <a:gdLst/>
              <a:ahLst/>
              <a:cxnLst/>
              <a:rect r="r" b="b" t="t" l="l"/>
              <a:pathLst>
                <a:path h="731520" w="18830096">
                  <a:moveTo>
                    <a:pt x="0" y="0"/>
                  </a:moveTo>
                  <a:lnTo>
                    <a:pt x="18830096" y="0"/>
                  </a:lnTo>
                  <a:lnTo>
                    <a:pt x="188300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51439" b="-1935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83009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NỘI DUNG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5066" y="4634667"/>
            <a:ext cx="15746941" cy="3017520"/>
            <a:chOff x="0" y="0"/>
            <a:chExt cx="20995921" cy="4023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959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20995920">
                  <a:moveTo>
                    <a:pt x="0" y="0"/>
                  </a:moveTo>
                  <a:lnTo>
                    <a:pt x="20995920" y="0"/>
                  </a:lnTo>
                  <a:lnTo>
                    <a:pt x="2099592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57" t="0" r="5298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0995921" cy="411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60" indent="-259080" lvl="1">
                <a:lnSpc>
                  <a:spcPts val="3744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Thiết kế giao diện: Xây dựng UI theo mô hình component (Trang chủ, Cửa hàng, Chi tiết sản phẩm).</a:t>
              </a:r>
            </a:p>
            <a:p>
              <a:pPr algn="l" marL="518160" indent="-259080" lvl="1">
                <a:lnSpc>
                  <a:spcPts val="3744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Logic nghiệp vụ: Quản lý giỏ hàng, tính toán đơn hàng và quy trình thanh toán có kiểm tra dữ liệu.</a:t>
              </a:r>
            </a:p>
            <a:p>
              <a:pPr algn="l" marL="518160" indent="-259080" lvl="1">
                <a:lnSpc>
                  <a:spcPts val="3744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Quản lý dữ liệu: Đồng bộ trạng thái và lưu trữ dữ liệu bền vững (giỏ hàng, thông tin người dùng) khi tải lại trang.</a:t>
              </a:r>
            </a:p>
            <a:p>
              <a:pPr algn="l">
                <a:lnSpc>
                  <a:spcPts val="374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CÔNG NGHỆ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Công nghệ sử dụng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429000"/>
            <a:ext cx="3054001" cy="4937760"/>
            <a:chOff x="0" y="0"/>
            <a:chExt cx="4072001" cy="6583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72001" cy="6583680"/>
            </a:xfrm>
            <a:custGeom>
              <a:avLst/>
              <a:gdLst/>
              <a:ahLst/>
              <a:cxnLst/>
              <a:rect r="r" b="b" t="t" l="l"/>
              <a:pathLst>
                <a:path h="6583680" w="407200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25697" y="0"/>
                  </a:lnTo>
                  <a:cubicBezTo>
                    <a:pt x="4006469" y="0"/>
                    <a:pt x="4072001" y="65532"/>
                    <a:pt x="4072001" y="146304"/>
                  </a:cubicBezTo>
                  <a:lnTo>
                    <a:pt x="4072001" y="6437376"/>
                  </a:lnTo>
                  <a:cubicBezTo>
                    <a:pt x="4072001" y="6518148"/>
                    <a:pt x="4006469" y="6583680"/>
                    <a:pt x="3925697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5486400"/>
            <a:ext cx="2779681" cy="685800"/>
            <a:chOff x="0" y="0"/>
            <a:chExt cx="3706241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6246" cy="914400"/>
            </a:xfrm>
            <a:custGeom>
              <a:avLst/>
              <a:gdLst/>
              <a:ahLst/>
              <a:cxnLst/>
              <a:rect r="r" b="b" t="t" l="l"/>
              <a:pathLst>
                <a:path h="914400" w="3706246">
                  <a:moveTo>
                    <a:pt x="0" y="0"/>
                  </a:moveTo>
                  <a:lnTo>
                    <a:pt x="3706246" y="0"/>
                  </a:lnTo>
                  <a:lnTo>
                    <a:pt x="370624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76" r="0" b="-289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06241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Next.js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6172200"/>
            <a:ext cx="2642521" cy="1783080"/>
            <a:chOff x="0" y="0"/>
            <a:chExt cx="3523361" cy="2377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233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3523366">
                  <a:moveTo>
                    <a:pt x="0" y="0"/>
                  </a:moveTo>
                  <a:lnTo>
                    <a:pt x="3523366" y="0"/>
                  </a:lnTo>
                  <a:lnTo>
                    <a:pt x="352336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74" t="0" r="-365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523361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Framework nền tảng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219861" y="3429000"/>
            <a:ext cx="3054001" cy="4937760"/>
            <a:chOff x="0" y="0"/>
            <a:chExt cx="4072001" cy="6583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72001" cy="6583680"/>
            </a:xfrm>
            <a:custGeom>
              <a:avLst/>
              <a:gdLst/>
              <a:ahLst/>
              <a:cxnLst/>
              <a:rect r="r" b="b" t="t" l="l"/>
              <a:pathLst>
                <a:path h="6583680" w="407200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25697" y="0"/>
                  </a:lnTo>
                  <a:cubicBezTo>
                    <a:pt x="4006469" y="0"/>
                    <a:pt x="4072001" y="65532"/>
                    <a:pt x="4072001" y="146304"/>
                  </a:cubicBezTo>
                  <a:lnTo>
                    <a:pt x="4072001" y="6437376"/>
                  </a:lnTo>
                  <a:cubicBezTo>
                    <a:pt x="4072001" y="6518148"/>
                    <a:pt x="4006469" y="6583680"/>
                    <a:pt x="3925697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357021" y="5486400"/>
            <a:ext cx="2779681" cy="685800"/>
            <a:chOff x="0" y="0"/>
            <a:chExt cx="3706241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06246" cy="914400"/>
            </a:xfrm>
            <a:custGeom>
              <a:avLst/>
              <a:gdLst/>
              <a:ahLst/>
              <a:cxnLst/>
              <a:rect r="r" b="b" t="t" l="l"/>
              <a:pathLst>
                <a:path h="914400" w="3706246">
                  <a:moveTo>
                    <a:pt x="0" y="0"/>
                  </a:moveTo>
                  <a:lnTo>
                    <a:pt x="3706246" y="0"/>
                  </a:lnTo>
                  <a:lnTo>
                    <a:pt x="370624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76" r="0" b="-289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706241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25601" y="6172200"/>
            <a:ext cx="2642521" cy="1783080"/>
            <a:chOff x="0" y="0"/>
            <a:chExt cx="3523361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233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3523366">
                  <a:moveTo>
                    <a:pt x="0" y="0"/>
                  </a:moveTo>
                  <a:lnTo>
                    <a:pt x="3523366" y="0"/>
                  </a:lnTo>
                  <a:lnTo>
                    <a:pt x="352336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74" t="0" r="-3657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523361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Xây dựng Component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16771" y="3429000"/>
            <a:ext cx="3054001" cy="4937760"/>
            <a:chOff x="0" y="0"/>
            <a:chExt cx="4072001" cy="6583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72001" cy="6583680"/>
            </a:xfrm>
            <a:custGeom>
              <a:avLst/>
              <a:gdLst/>
              <a:ahLst/>
              <a:cxnLst/>
              <a:rect r="r" b="b" t="t" l="l"/>
              <a:pathLst>
                <a:path h="6583680" w="407200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25697" y="0"/>
                  </a:lnTo>
                  <a:cubicBezTo>
                    <a:pt x="4006469" y="0"/>
                    <a:pt x="4072001" y="65532"/>
                    <a:pt x="4072001" y="146304"/>
                  </a:cubicBezTo>
                  <a:lnTo>
                    <a:pt x="4072001" y="6437376"/>
                  </a:lnTo>
                  <a:cubicBezTo>
                    <a:pt x="4072001" y="6518148"/>
                    <a:pt x="4006469" y="6583680"/>
                    <a:pt x="3925697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53931" y="5486400"/>
            <a:ext cx="2779681" cy="685800"/>
            <a:chOff x="0" y="0"/>
            <a:chExt cx="3706241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06246" cy="914400"/>
            </a:xfrm>
            <a:custGeom>
              <a:avLst/>
              <a:gdLst/>
              <a:ahLst/>
              <a:cxnLst/>
              <a:rect r="r" b="b" t="t" l="l"/>
              <a:pathLst>
                <a:path h="914400" w="3706246">
                  <a:moveTo>
                    <a:pt x="0" y="0"/>
                  </a:moveTo>
                  <a:lnTo>
                    <a:pt x="3706246" y="0"/>
                  </a:lnTo>
                  <a:lnTo>
                    <a:pt x="370624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76" r="0" b="-2897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706241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TypeScript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822511" y="6172200"/>
            <a:ext cx="2642521" cy="1783080"/>
            <a:chOff x="0" y="0"/>
            <a:chExt cx="3523361" cy="2377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233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3523366">
                  <a:moveTo>
                    <a:pt x="0" y="0"/>
                  </a:moveTo>
                  <a:lnTo>
                    <a:pt x="3523366" y="0"/>
                  </a:lnTo>
                  <a:lnTo>
                    <a:pt x="352336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74" t="0" r="-3657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523361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Kiểm tra kiểu dữ liệu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013672" y="3429000"/>
            <a:ext cx="3054001" cy="4937760"/>
            <a:chOff x="0" y="0"/>
            <a:chExt cx="4072001" cy="6583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72001" cy="6583680"/>
            </a:xfrm>
            <a:custGeom>
              <a:avLst/>
              <a:gdLst/>
              <a:ahLst/>
              <a:cxnLst/>
              <a:rect r="r" b="b" t="t" l="l"/>
              <a:pathLst>
                <a:path h="6583680" w="407200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25697" y="0"/>
                  </a:lnTo>
                  <a:cubicBezTo>
                    <a:pt x="4006469" y="0"/>
                    <a:pt x="4072001" y="65532"/>
                    <a:pt x="4072001" y="146304"/>
                  </a:cubicBezTo>
                  <a:lnTo>
                    <a:pt x="4072001" y="6437376"/>
                  </a:lnTo>
                  <a:cubicBezTo>
                    <a:pt x="4072001" y="6518148"/>
                    <a:pt x="4006469" y="6583680"/>
                    <a:pt x="3925697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150832" y="5486400"/>
            <a:ext cx="2779681" cy="685800"/>
            <a:chOff x="0" y="0"/>
            <a:chExt cx="3706241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06246" cy="914400"/>
            </a:xfrm>
            <a:custGeom>
              <a:avLst/>
              <a:gdLst/>
              <a:ahLst/>
              <a:cxnLst/>
              <a:rect r="r" b="b" t="t" l="l"/>
              <a:pathLst>
                <a:path h="914400" w="3706246">
                  <a:moveTo>
                    <a:pt x="0" y="0"/>
                  </a:moveTo>
                  <a:lnTo>
                    <a:pt x="3706246" y="0"/>
                  </a:lnTo>
                  <a:lnTo>
                    <a:pt x="370624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76" r="0" b="-289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706241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Tailwind CSS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219412" y="6172200"/>
            <a:ext cx="2642521" cy="1783080"/>
            <a:chOff x="0" y="0"/>
            <a:chExt cx="3523361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233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3523366">
                  <a:moveTo>
                    <a:pt x="0" y="0"/>
                  </a:moveTo>
                  <a:lnTo>
                    <a:pt x="3523366" y="0"/>
                  </a:lnTo>
                  <a:lnTo>
                    <a:pt x="352336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74" t="0" r="-3657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523361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Thiết kế giao diện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10582" y="3429000"/>
            <a:ext cx="3054001" cy="4937760"/>
            <a:chOff x="0" y="0"/>
            <a:chExt cx="4072001" cy="6583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72001" cy="6583680"/>
            </a:xfrm>
            <a:custGeom>
              <a:avLst/>
              <a:gdLst/>
              <a:ahLst/>
              <a:cxnLst/>
              <a:rect r="r" b="b" t="t" l="l"/>
              <a:pathLst>
                <a:path h="6583680" w="407200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25697" y="0"/>
                  </a:lnTo>
                  <a:cubicBezTo>
                    <a:pt x="4006469" y="0"/>
                    <a:pt x="4072001" y="65532"/>
                    <a:pt x="4072001" y="146304"/>
                  </a:cubicBezTo>
                  <a:lnTo>
                    <a:pt x="4072001" y="6437376"/>
                  </a:lnTo>
                  <a:cubicBezTo>
                    <a:pt x="4072001" y="6518148"/>
                    <a:pt x="4006469" y="6583680"/>
                    <a:pt x="3925697" y="6583680"/>
                  </a:cubicBezTo>
                  <a:lnTo>
                    <a:pt x="146304" y="6583680"/>
                  </a:lnTo>
                  <a:cubicBezTo>
                    <a:pt x="65532" y="6583680"/>
                    <a:pt x="0" y="6518148"/>
                    <a:pt x="0" y="64373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547742" y="5486400"/>
            <a:ext cx="2779681" cy="685800"/>
            <a:chOff x="0" y="0"/>
            <a:chExt cx="3706241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06246" cy="914400"/>
            </a:xfrm>
            <a:custGeom>
              <a:avLst/>
              <a:gdLst/>
              <a:ahLst/>
              <a:cxnLst/>
              <a:rect r="r" b="b" t="t" l="l"/>
              <a:pathLst>
                <a:path h="914400" w="3706246">
                  <a:moveTo>
                    <a:pt x="0" y="0"/>
                  </a:moveTo>
                  <a:lnTo>
                    <a:pt x="3706246" y="0"/>
                  </a:lnTo>
                  <a:lnTo>
                    <a:pt x="370624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76" r="0" b="-2897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706241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Zustand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616322" y="6172200"/>
            <a:ext cx="2642521" cy="1783080"/>
            <a:chOff x="0" y="0"/>
            <a:chExt cx="3523361" cy="2377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233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3523366">
                  <a:moveTo>
                    <a:pt x="0" y="0"/>
                  </a:moveTo>
                  <a:lnTo>
                    <a:pt x="3523366" y="0"/>
                  </a:lnTo>
                  <a:lnTo>
                    <a:pt x="3523366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74" t="0" r="-36574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523361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69"/>
                </a:lnSpc>
              </a:pPr>
              <a:r>
                <a:rPr lang="en-US" sz="2224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Quản lý State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570624" y="4203426"/>
            <a:ext cx="1558673" cy="940074"/>
          </a:xfrm>
          <a:custGeom>
            <a:avLst/>
            <a:gdLst/>
            <a:ahLst/>
            <a:cxnLst/>
            <a:rect r="r" b="b" t="t" l="l"/>
            <a:pathLst>
              <a:path h="940074" w="1558673">
                <a:moveTo>
                  <a:pt x="0" y="0"/>
                </a:moveTo>
                <a:lnTo>
                  <a:pt x="1558673" y="0"/>
                </a:lnTo>
                <a:lnTo>
                  <a:pt x="1558673" y="940074"/>
                </a:lnTo>
                <a:lnTo>
                  <a:pt x="0" y="940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244880" y="4203426"/>
            <a:ext cx="1003963" cy="940074"/>
          </a:xfrm>
          <a:custGeom>
            <a:avLst/>
            <a:gdLst/>
            <a:ahLst/>
            <a:cxnLst/>
            <a:rect r="r" b="b" t="t" l="l"/>
            <a:pathLst>
              <a:path h="940074" w="1003963">
                <a:moveTo>
                  <a:pt x="0" y="0"/>
                </a:moveTo>
                <a:lnTo>
                  <a:pt x="1003963" y="0"/>
                </a:lnTo>
                <a:lnTo>
                  <a:pt x="1003963" y="940074"/>
                </a:lnTo>
                <a:lnTo>
                  <a:pt x="0" y="9400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8673963" y="4203426"/>
            <a:ext cx="940074" cy="940074"/>
          </a:xfrm>
          <a:custGeom>
            <a:avLst/>
            <a:gdLst/>
            <a:ahLst/>
            <a:cxnLst/>
            <a:rect r="r" b="b" t="t" l="l"/>
            <a:pathLst>
              <a:path h="940074" w="940074">
                <a:moveTo>
                  <a:pt x="0" y="0"/>
                </a:moveTo>
                <a:lnTo>
                  <a:pt x="940074" y="0"/>
                </a:lnTo>
                <a:lnTo>
                  <a:pt x="940074" y="940074"/>
                </a:lnTo>
                <a:lnTo>
                  <a:pt x="0" y="9400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1869190" y="4203426"/>
            <a:ext cx="1342963" cy="940074"/>
          </a:xfrm>
          <a:custGeom>
            <a:avLst/>
            <a:gdLst/>
            <a:ahLst/>
            <a:cxnLst/>
            <a:rect r="r" b="b" t="t" l="l"/>
            <a:pathLst>
              <a:path h="940074" w="1342963">
                <a:moveTo>
                  <a:pt x="0" y="0"/>
                </a:moveTo>
                <a:lnTo>
                  <a:pt x="1342964" y="0"/>
                </a:lnTo>
                <a:lnTo>
                  <a:pt x="1342964" y="940074"/>
                </a:lnTo>
                <a:lnTo>
                  <a:pt x="0" y="9400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530017" y="4203426"/>
            <a:ext cx="861450" cy="940074"/>
          </a:xfrm>
          <a:custGeom>
            <a:avLst/>
            <a:gdLst/>
            <a:ahLst/>
            <a:cxnLst/>
            <a:rect r="r" b="b" t="t" l="l"/>
            <a:pathLst>
              <a:path h="940074" w="861450">
                <a:moveTo>
                  <a:pt x="0" y="0"/>
                </a:moveTo>
                <a:lnTo>
                  <a:pt x="861450" y="0"/>
                </a:lnTo>
                <a:lnTo>
                  <a:pt x="861450" y="940074"/>
                </a:lnTo>
                <a:lnTo>
                  <a:pt x="0" y="9400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KIẾN TRÚC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Kiến trúc hệ thống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19796" y="2265084"/>
            <a:ext cx="2743200" cy="1303020"/>
            <a:chOff x="0" y="0"/>
            <a:chExt cx="365760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657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493008" y="0"/>
                  </a:lnTo>
                  <a:cubicBezTo>
                    <a:pt x="3583940" y="0"/>
                    <a:pt x="3657600" y="73660"/>
                    <a:pt x="3657600" y="164592"/>
                  </a:cubicBezTo>
                  <a:lnTo>
                    <a:pt x="3657600" y="1572768"/>
                  </a:lnTo>
                  <a:cubicBezTo>
                    <a:pt x="3657600" y="1663700"/>
                    <a:pt x="3583940" y="1737360"/>
                    <a:pt x="349300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16215" y="2265084"/>
            <a:ext cx="2699156" cy="1303020"/>
            <a:chOff x="0" y="0"/>
            <a:chExt cx="3598875" cy="1737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98875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98875">
                  <a:moveTo>
                    <a:pt x="0" y="0"/>
                  </a:moveTo>
                  <a:lnTo>
                    <a:pt x="3598875" y="0"/>
                  </a:lnTo>
                  <a:lnTo>
                    <a:pt x="3598875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122" t="0" r="-1275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598875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29736" y="6718149"/>
            <a:ext cx="792480" cy="47625"/>
            <a:chOff x="0" y="0"/>
            <a:chExt cx="1056640" cy="6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6640" cy="63500"/>
            </a:xfrm>
            <a:custGeom>
              <a:avLst/>
              <a:gdLst/>
              <a:ahLst/>
              <a:cxnLst/>
              <a:rect r="r" b="b" t="t" l="l"/>
              <a:pathLst>
                <a:path h="63500" w="1056640">
                  <a:moveTo>
                    <a:pt x="0" y="0"/>
                  </a:moveTo>
                  <a:lnTo>
                    <a:pt x="1056640" y="635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4231" r="0" b="-26423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819796" y="4281277"/>
            <a:ext cx="2743200" cy="1295497"/>
            <a:chOff x="0" y="0"/>
            <a:chExt cx="3657600" cy="17273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163642"/>
                  </a:moveTo>
                  <a:cubicBezTo>
                    <a:pt x="0" y="73235"/>
                    <a:pt x="73660" y="0"/>
                    <a:pt x="164592" y="0"/>
                  </a:cubicBezTo>
                  <a:lnTo>
                    <a:pt x="3493008" y="0"/>
                  </a:lnTo>
                  <a:cubicBezTo>
                    <a:pt x="3583940" y="0"/>
                    <a:pt x="3657600" y="73235"/>
                    <a:pt x="3657600" y="163642"/>
                  </a:cubicBezTo>
                  <a:lnTo>
                    <a:pt x="3657600" y="1563687"/>
                  </a:lnTo>
                  <a:cubicBezTo>
                    <a:pt x="3657600" y="1654094"/>
                    <a:pt x="3583940" y="1727329"/>
                    <a:pt x="3493008" y="1727329"/>
                  </a:cubicBezTo>
                  <a:lnTo>
                    <a:pt x="164592" y="1727329"/>
                  </a:lnTo>
                  <a:cubicBezTo>
                    <a:pt x="73660" y="1727329"/>
                    <a:pt x="0" y="1654094"/>
                    <a:pt x="0" y="1563687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819796" y="4281277"/>
            <a:ext cx="2743200" cy="1295497"/>
            <a:chOff x="0" y="0"/>
            <a:chExt cx="3657600" cy="17273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27329"/>
                  </a:lnTo>
                  <a:lnTo>
                    <a:pt x="0" y="1727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-5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657600" cy="1746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Next.js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03166" y="7787123"/>
            <a:ext cx="2743200" cy="477288"/>
            <a:chOff x="0" y="0"/>
            <a:chExt cx="3657600" cy="6363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636384"/>
            </a:xfrm>
            <a:custGeom>
              <a:avLst/>
              <a:gdLst/>
              <a:ahLst/>
              <a:cxnLst/>
              <a:rect r="r" b="b" t="t" l="l"/>
              <a:pathLst>
                <a:path h="6363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6384"/>
                  </a:lnTo>
                  <a:lnTo>
                    <a:pt x="0" y="63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99" r="0" b="-622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657600" cy="655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46366" y="6598457"/>
            <a:ext cx="792480" cy="47625"/>
            <a:chOff x="0" y="0"/>
            <a:chExt cx="1056640" cy="6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6640" cy="63500"/>
            </a:xfrm>
            <a:custGeom>
              <a:avLst/>
              <a:gdLst/>
              <a:ahLst/>
              <a:cxnLst/>
              <a:rect r="r" b="b" t="t" l="l"/>
              <a:pathLst>
                <a:path h="63500" w="1056640">
                  <a:moveTo>
                    <a:pt x="0" y="0"/>
                  </a:moveTo>
                  <a:lnTo>
                    <a:pt x="1056640" y="635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4231" r="0" b="-26423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382798" y="6486152"/>
            <a:ext cx="2743200" cy="1295497"/>
            <a:chOff x="0" y="0"/>
            <a:chExt cx="3657600" cy="17273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163642"/>
                  </a:moveTo>
                  <a:cubicBezTo>
                    <a:pt x="0" y="73235"/>
                    <a:pt x="73660" y="0"/>
                    <a:pt x="164592" y="0"/>
                  </a:cubicBezTo>
                  <a:lnTo>
                    <a:pt x="3493008" y="0"/>
                  </a:lnTo>
                  <a:cubicBezTo>
                    <a:pt x="3583940" y="0"/>
                    <a:pt x="3657600" y="73235"/>
                    <a:pt x="3657600" y="163642"/>
                  </a:cubicBezTo>
                  <a:lnTo>
                    <a:pt x="3657600" y="1563687"/>
                  </a:lnTo>
                  <a:cubicBezTo>
                    <a:pt x="3657600" y="1654094"/>
                    <a:pt x="3583940" y="1727329"/>
                    <a:pt x="3493008" y="1727329"/>
                  </a:cubicBezTo>
                  <a:lnTo>
                    <a:pt x="164592" y="1727329"/>
                  </a:lnTo>
                  <a:cubicBezTo>
                    <a:pt x="73660" y="1727329"/>
                    <a:pt x="0" y="1654094"/>
                    <a:pt x="0" y="1563687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382798" y="6486152"/>
            <a:ext cx="2743200" cy="1295497"/>
            <a:chOff x="0" y="0"/>
            <a:chExt cx="3657600" cy="17273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27329"/>
                  </a:lnTo>
                  <a:lnTo>
                    <a:pt x="0" y="1727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-5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657600" cy="1746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Component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43946" y="6598457"/>
            <a:ext cx="792480" cy="47625"/>
            <a:chOff x="0" y="0"/>
            <a:chExt cx="1056640" cy="63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6640" cy="63500"/>
            </a:xfrm>
            <a:custGeom>
              <a:avLst/>
              <a:gdLst/>
              <a:ahLst/>
              <a:cxnLst/>
              <a:rect r="r" b="b" t="t" l="l"/>
              <a:pathLst>
                <a:path h="63500" w="1056640">
                  <a:moveTo>
                    <a:pt x="0" y="0"/>
                  </a:moveTo>
                  <a:lnTo>
                    <a:pt x="1056640" y="635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4231" r="0" b="-26423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271266" y="6486152"/>
            <a:ext cx="2743200" cy="1295497"/>
            <a:chOff x="0" y="0"/>
            <a:chExt cx="3657600" cy="17273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163642"/>
                  </a:moveTo>
                  <a:cubicBezTo>
                    <a:pt x="0" y="73235"/>
                    <a:pt x="73660" y="0"/>
                    <a:pt x="164592" y="0"/>
                  </a:cubicBezTo>
                  <a:lnTo>
                    <a:pt x="3493008" y="0"/>
                  </a:lnTo>
                  <a:cubicBezTo>
                    <a:pt x="3583940" y="0"/>
                    <a:pt x="3657600" y="73235"/>
                    <a:pt x="3657600" y="163642"/>
                  </a:cubicBezTo>
                  <a:lnTo>
                    <a:pt x="3657600" y="1563687"/>
                  </a:lnTo>
                  <a:cubicBezTo>
                    <a:pt x="3657600" y="1654094"/>
                    <a:pt x="3583940" y="1727329"/>
                    <a:pt x="3493008" y="1727329"/>
                  </a:cubicBezTo>
                  <a:lnTo>
                    <a:pt x="164592" y="1727329"/>
                  </a:lnTo>
                  <a:cubicBezTo>
                    <a:pt x="73660" y="1727329"/>
                    <a:pt x="0" y="1654094"/>
                    <a:pt x="0" y="1563687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71266" y="6486152"/>
            <a:ext cx="2743200" cy="1295497"/>
            <a:chOff x="0" y="0"/>
            <a:chExt cx="3657600" cy="17273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27329"/>
                  </a:lnTo>
                  <a:lnTo>
                    <a:pt x="0" y="1727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-5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657600" cy="1746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Zustand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252216" y="7787123"/>
            <a:ext cx="2743200" cy="477288"/>
            <a:chOff x="0" y="0"/>
            <a:chExt cx="3657600" cy="6363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636384"/>
            </a:xfrm>
            <a:custGeom>
              <a:avLst/>
              <a:gdLst/>
              <a:ahLst/>
              <a:cxnLst/>
              <a:rect r="r" b="b" t="t" l="l"/>
              <a:pathLst>
                <a:path h="6363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6384"/>
                  </a:lnTo>
                  <a:lnTo>
                    <a:pt x="0" y="63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99" r="0" b="-622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657600" cy="655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State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995416" y="7114961"/>
            <a:ext cx="792480" cy="47625"/>
            <a:chOff x="0" y="0"/>
            <a:chExt cx="1056640" cy="63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6640" cy="63500"/>
            </a:xfrm>
            <a:custGeom>
              <a:avLst/>
              <a:gdLst/>
              <a:ahLst/>
              <a:cxnLst/>
              <a:rect r="r" b="b" t="t" l="l"/>
              <a:pathLst>
                <a:path h="63500" w="1056640">
                  <a:moveTo>
                    <a:pt x="0" y="0"/>
                  </a:moveTo>
                  <a:lnTo>
                    <a:pt x="1056640" y="635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4231" r="0" b="-264231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757469" y="6467212"/>
            <a:ext cx="2743200" cy="1319910"/>
            <a:chOff x="0" y="0"/>
            <a:chExt cx="3657600" cy="1759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759881"/>
            </a:xfrm>
            <a:custGeom>
              <a:avLst/>
              <a:gdLst/>
              <a:ahLst/>
              <a:cxnLst/>
              <a:rect r="r" b="b" t="t" l="l"/>
              <a:pathLst>
                <a:path h="1759881" w="3657600">
                  <a:moveTo>
                    <a:pt x="0" y="166726"/>
                  </a:moveTo>
                  <a:cubicBezTo>
                    <a:pt x="0" y="74615"/>
                    <a:pt x="73660" y="0"/>
                    <a:pt x="164592" y="0"/>
                  </a:cubicBezTo>
                  <a:lnTo>
                    <a:pt x="3493008" y="0"/>
                  </a:lnTo>
                  <a:cubicBezTo>
                    <a:pt x="3583940" y="0"/>
                    <a:pt x="3657600" y="74615"/>
                    <a:pt x="3657600" y="166726"/>
                  </a:cubicBezTo>
                  <a:lnTo>
                    <a:pt x="3657600" y="1593155"/>
                  </a:lnTo>
                  <a:cubicBezTo>
                    <a:pt x="3657600" y="1685266"/>
                    <a:pt x="3583940" y="1759881"/>
                    <a:pt x="3493008" y="1759881"/>
                  </a:cubicBezTo>
                  <a:lnTo>
                    <a:pt x="164592" y="1759881"/>
                  </a:lnTo>
                  <a:cubicBezTo>
                    <a:pt x="73660" y="1759881"/>
                    <a:pt x="0" y="1685266"/>
                    <a:pt x="0" y="1593155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757469" y="6467212"/>
            <a:ext cx="2743200" cy="1295497"/>
            <a:chOff x="0" y="0"/>
            <a:chExt cx="3657600" cy="17273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1727329"/>
            </a:xfrm>
            <a:custGeom>
              <a:avLst/>
              <a:gdLst/>
              <a:ahLst/>
              <a:cxnLst/>
              <a:rect r="r" b="b" t="t" l="l"/>
              <a:pathLst>
                <a:path h="172732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27329"/>
                  </a:lnTo>
                  <a:lnTo>
                    <a:pt x="0" y="1727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944" t="0" r="-10944" b="-5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657600" cy="1746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LocalStorage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757469" y="7803348"/>
            <a:ext cx="2743200" cy="461063"/>
            <a:chOff x="0" y="0"/>
            <a:chExt cx="3657600" cy="6147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614750"/>
            </a:xfrm>
            <a:custGeom>
              <a:avLst/>
              <a:gdLst/>
              <a:ahLst/>
              <a:cxnLst/>
              <a:rect r="r" b="b" t="t" l="l"/>
              <a:pathLst>
                <a:path h="6147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14750"/>
                  </a:lnTo>
                  <a:lnTo>
                    <a:pt x="0" y="614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870" r="0" b="-6799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657600" cy="633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9191396" y="3568104"/>
            <a:ext cx="0" cy="7131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 flipH="true">
            <a:off x="5754398" y="5576774"/>
            <a:ext cx="3436998" cy="9093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>
            <a:off x="7125998" y="7133901"/>
            <a:ext cx="214526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>
            <a:off x="11995416" y="7074344"/>
            <a:ext cx="1762054" cy="528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9" id="59"/>
          <p:cNvGrpSpPr/>
          <p:nvPr/>
        </p:nvGrpSpPr>
        <p:grpSpPr>
          <a:xfrm rot="0">
            <a:off x="7816215" y="5576774"/>
            <a:ext cx="2743200" cy="477288"/>
            <a:chOff x="0" y="0"/>
            <a:chExt cx="3657600" cy="6363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636384"/>
            </a:xfrm>
            <a:custGeom>
              <a:avLst/>
              <a:gdLst/>
              <a:ahLst/>
              <a:cxnLst/>
              <a:rect r="r" b="b" t="t" l="l"/>
              <a:pathLst>
                <a:path h="6363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6384"/>
                  </a:lnTo>
                  <a:lnTo>
                    <a:pt x="0" y="63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699" r="0" b="-6228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657600" cy="655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Frame Work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CẤU TRÚC DỰ ÁN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Cấu trúc thư mục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291840"/>
            <a:ext cx="7680960" cy="5897880"/>
            <a:chOff x="0" y="0"/>
            <a:chExt cx="10241280" cy="7863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7863840"/>
            </a:xfrm>
            <a:custGeom>
              <a:avLst/>
              <a:gdLst/>
              <a:ahLst/>
              <a:cxnLst/>
              <a:rect r="r" b="b" t="t" l="l"/>
              <a:pathLst>
                <a:path h="786384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7717536"/>
                  </a:lnTo>
                  <a:cubicBezTo>
                    <a:pt x="10241280" y="7798308"/>
                    <a:pt x="10175748" y="7863840"/>
                    <a:pt x="1009497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08724" y="3267002"/>
            <a:ext cx="6537960" cy="583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src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├── app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layout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page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└── (pages)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├── components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Header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Home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Cart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└── Checkout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├── store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cartStore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├── wishlistStore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│   └── authStore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├── utils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60A5FA"/>
                </a:solidFill>
                <a:latin typeface="Consolas Bold"/>
                <a:ea typeface="Consolas Bold"/>
                <a:cs typeface="Consolas Bold"/>
                <a:sym typeface="Consolas Bold"/>
              </a:rPr>
              <a:t>└── types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52752" y="3486328"/>
            <a:ext cx="2743200" cy="685800"/>
            <a:chOff x="0" y="0"/>
            <a:chExt cx="36576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657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57323" y="3531870"/>
            <a:ext cx="5623560" cy="685800"/>
            <a:chOff x="0" y="0"/>
            <a:chExt cx="749808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8080" cy="914400"/>
            </a:xfrm>
            <a:custGeom>
              <a:avLst/>
              <a:gdLst/>
              <a:ahLst/>
              <a:cxnLst/>
              <a:rect r="r" b="b" t="t" l="l"/>
              <a:pathLst>
                <a:path h="9144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74980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Định tuyến &amp; các trang chính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52944" y="5006340"/>
            <a:ext cx="2743200" cy="685800"/>
            <a:chOff x="0" y="0"/>
            <a:chExt cx="36576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657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components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57323" y="5006340"/>
            <a:ext cx="5623560" cy="685800"/>
            <a:chOff x="0" y="0"/>
            <a:chExt cx="749808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98080" cy="914400"/>
            </a:xfrm>
            <a:custGeom>
              <a:avLst/>
              <a:gdLst/>
              <a:ahLst/>
              <a:cxnLst/>
              <a:rect r="r" b="b" t="t" l="l"/>
              <a:pathLst>
                <a:path h="9144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4980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Các UI component tái sử dụng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52752" y="6720840"/>
            <a:ext cx="2743200" cy="685800"/>
            <a:chOff x="0" y="0"/>
            <a:chExt cx="36576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657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757323" y="6755130"/>
            <a:ext cx="5623560" cy="685800"/>
            <a:chOff x="0" y="0"/>
            <a:chExt cx="749808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98080" cy="914400"/>
            </a:xfrm>
            <a:custGeom>
              <a:avLst/>
              <a:gdLst/>
              <a:ahLst/>
              <a:cxnLst/>
              <a:rect r="r" b="b" t="t" l="l"/>
              <a:pathLst>
                <a:path h="9144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74980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Zustand store quản lý state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52539" y="8195310"/>
            <a:ext cx="2743200" cy="685800"/>
            <a:chOff x="0" y="0"/>
            <a:chExt cx="36576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657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utils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57323" y="8149590"/>
            <a:ext cx="5623560" cy="685800"/>
            <a:chOff x="0" y="0"/>
            <a:chExt cx="749808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98080" cy="914400"/>
            </a:xfrm>
            <a:custGeom>
              <a:avLst/>
              <a:gdLst/>
              <a:ahLst/>
              <a:cxnLst/>
              <a:rect r="r" b="b" t="t" l="l"/>
              <a:pathLst>
                <a:path h="9144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4980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Hàm tiện ích dùng chung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52752" y="8492490"/>
            <a:ext cx="2743200" cy="685800"/>
            <a:chOff x="0" y="0"/>
            <a:chExt cx="36576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57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210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types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757323" y="8587740"/>
            <a:ext cx="5623560" cy="685800"/>
            <a:chOff x="0" y="0"/>
            <a:chExt cx="749808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98080" cy="914400"/>
            </a:xfrm>
            <a:custGeom>
              <a:avLst/>
              <a:gdLst/>
              <a:ahLst/>
              <a:cxnLst/>
              <a:rect r="r" b="b" t="t" l="l"/>
              <a:pathLst>
                <a:path h="91440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4980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Định nghĩa kiểu TypeScript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2458058" y="3829228"/>
            <a:ext cx="6394887" cy="0"/>
          </a:xfrm>
          <a:prstGeom prst="line">
            <a:avLst/>
          </a:prstGeom>
          <a:ln cap="flat" w="38100">
            <a:solidFill>
              <a:srgbClr val="EF44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3593848" y="5349240"/>
            <a:ext cx="5259096" cy="0"/>
          </a:xfrm>
          <a:prstGeom prst="line">
            <a:avLst/>
          </a:prstGeom>
          <a:ln cap="flat" w="38100">
            <a:solidFill>
              <a:srgbClr val="EF44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2766344" y="7063740"/>
            <a:ext cx="6186408" cy="0"/>
          </a:xfrm>
          <a:prstGeom prst="line">
            <a:avLst/>
          </a:prstGeom>
          <a:ln cap="flat" w="38100">
            <a:solidFill>
              <a:srgbClr val="EF44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 flipV="true">
            <a:off x="2606040" y="8835390"/>
            <a:ext cx="6346712" cy="11430"/>
          </a:xfrm>
          <a:prstGeom prst="line">
            <a:avLst/>
          </a:prstGeom>
          <a:ln cap="flat" w="38100">
            <a:solidFill>
              <a:srgbClr val="EF44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 flipV="true">
            <a:off x="2828578" y="8538210"/>
            <a:ext cx="6123961" cy="0"/>
          </a:xfrm>
          <a:prstGeom prst="line">
            <a:avLst/>
          </a:prstGeom>
          <a:ln cap="flat" w="38100">
            <a:solidFill>
              <a:srgbClr val="EF4444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75488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399" spc="19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GIAO DIỆN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Giao diện Website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1361" y="3525012"/>
            <a:ext cx="7419420" cy="5194173"/>
            <a:chOff x="0" y="0"/>
            <a:chExt cx="9892560" cy="69255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92561" cy="6925564"/>
            </a:xfrm>
            <a:custGeom>
              <a:avLst/>
              <a:gdLst/>
              <a:ahLst/>
              <a:cxnLst/>
              <a:rect r="r" b="b" t="t" l="l"/>
              <a:pathLst>
                <a:path h="6925564" w="9892561">
                  <a:moveTo>
                    <a:pt x="0" y="106538"/>
                  </a:moveTo>
                  <a:cubicBezTo>
                    <a:pt x="0" y="47678"/>
                    <a:pt x="74792" y="0"/>
                    <a:pt x="167125" y="0"/>
                  </a:cubicBezTo>
                  <a:lnTo>
                    <a:pt x="9725435" y="0"/>
                  </a:lnTo>
                  <a:cubicBezTo>
                    <a:pt x="9817768" y="0"/>
                    <a:pt x="9892561" y="47678"/>
                    <a:pt x="9892561" y="106538"/>
                  </a:cubicBezTo>
                  <a:lnTo>
                    <a:pt x="9892561" y="6819026"/>
                  </a:lnTo>
                  <a:cubicBezTo>
                    <a:pt x="9892561" y="6877886"/>
                    <a:pt x="9817768" y="6925564"/>
                    <a:pt x="9725435" y="6925564"/>
                  </a:cubicBezTo>
                  <a:lnTo>
                    <a:pt x="167125" y="6925564"/>
                  </a:lnTo>
                  <a:cubicBezTo>
                    <a:pt x="74792" y="6925564"/>
                    <a:pt x="0" y="6877886"/>
                    <a:pt x="0" y="6819026"/>
                  </a:cubicBezTo>
                  <a:close/>
                </a:path>
              </a:pathLst>
            </a:custGeom>
            <a:blipFill>
              <a:blip r:embed="rId3"/>
              <a:stretch>
                <a:fillRect l="-12229" t="0" r="-12229" b="0"/>
              </a:stretch>
            </a:blip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261" y="6858000"/>
            <a:ext cx="4183380" cy="274320"/>
            <a:chOff x="0" y="0"/>
            <a:chExt cx="5577840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77840" cy="365760"/>
            </a:xfrm>
            <a:custGeom>
              <a:avLst/>
              <a:gdLst/>
              <a:ahLst/>
              <a:cxnLst/>
              <a:rect r="r" b="b" t="t" l="l"/>
              <a:pathLst>
                <a:path h="36576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34261" y="7269480"/>
            <a:ext cx="2510028" cy="274320"/>
            <a:chOff x="0" y="0"/>
            <a:chExt cx="3346704" cy="365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6704" cy="365760"/>
            </a:xfrm>
            <a:custGeom>
              <a:avLst/>
              <a:gdLst/>
              <a:ahLst/>
              <a:cxnLst/>
              <a:rect r="r" b="b" t="t" l="l"/>
              <a:pathLst>
                <a:path h="365760" w="3346704">
                  <a:moveTo>
                    <a:pt x="0" y="0"/>
                  </a:moveTo>
                  <a:lnTo>
                    <a:pt x="3346704" y="0"/>
                  </a:lnTo>
                  <a:lnTo>
                    <a:pt x="3346704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86915" y="8719185"/>
            <a:ext cx="4869180" cy="548640"/>
            <a:chOff x="0" y="0"/>
            <a:chExt cx="64922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9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29" r="0" b="-1229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492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Home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0812" y="3525012"/>
            <a:ext cx="7208488" cy="5203698"/>
            <a:chOff x="0" y="0"/>
            <a:chExt cx="9611317" cy="6938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11317" cy="6938264"/>
            </a:xfrm>
            <a:custGeom>
              <a:avLst/>
              <a:gdLst/>
              <a:ahLst/>
              <a:cxnLst/>
              <a:rect r="r" b="b" t="t" l="l"/>
              <a:pathLst>
                <a:path h="6938264" w="9611317">
                  <a:moveTo>
                    <a:pt x="0" y="106733"/>
                  </a:moveTo>
                  <a:cubicBezTo>
                    <a:pt x="0" y="47765"/>
                    <a:pt x="72665" y="0"/>
                    <a:pt x="162374" y="0"/>
                  </a:cubicBezTo>
                  <a:lnTo>
                    <a:pt x="9448943" y="0"/>
                  </a:lnTo>
                  <a:cubicBezTo>
                    <a:pt x="9538651" y="0"/>
                    <a:pt x="9611317" y="47765"/>
                    <a:pt x="9611317" y="106733"/>
                  </a:cubicBezTo>
                  <a:lnTo>
                    <a:pt x="9611317" y="6831531"/>
                  </a:lnTo>
                  <a:cubicBezTo>
                    <a:pt x="9611317" y="6890499"/>
                    <a:pt x="9538651" y="6938264"/>
                    <a:pt x="9448943" y="6938264"/>
                  </a:cubicBezTo>
                  <a:lnTo>
                    <a:pt x="162374" y="6938264"/>
                  </a:lnTo>
                  <a:cubicBezTo>
                    <a:pt x="72665" y="6938264"/>
                    <a:pt x="0" y="6890499"/>
                    <a:pt x="0" y="6831531"/>
                  </a:cubicBezTo>
                  <a:close/>
                </a:path>
              </a:pathLst>
            </a:custGeom>
            <a:blipFill>
              <a:blip r:embed="rId4"/>
              <a:stretch>
                <a:fillRect l="-14167" t="0" r="-14167" b="0"/>
              </a:stretch>
            </a:blip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1399" y="8709660"/>
            <a:ext cx="4869180" cy="548640"/>
            <a:chOff x="0" y="0"/>
            <a:chExt cx="64922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9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929" r="0" b="-12292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492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CHỨC NĂNG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Chức năng chính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4141" y="3291840"/>
            <a:ext cx="3977640" cy="2057400"/>
            <a:chOff x="0" y="0"/>
            <a:chExt cx="5303520" cy="274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7041" y="363474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7041" y="363474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4296" y="2967328"/>
            <a:ext cx="2537460" cy="2057400"/>
            <a:chOff x="0" y="0"/>
            <a:chExt cx="338328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83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38328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Trang chủ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94681" y="3291840"/>
            <a:ext cx="3977640" cy="2057400"/>
            <a:chOff x="0" y="0"/>
            <a:chExt cx="5303520" cy="274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37581" y="363474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37581" y="3634740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29121" y="2967328"/>
            <a:ext cx="2537460" cy="2057400"/>
            <a:chOff x="0" y="0"/>
            <a:chExt cx="3383280" cy="274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83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38328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Danh sách sản phẩm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15221" y="3291840"/>
            <a:ext cx="3977640" cy="2057400"/>
            <a:chOff x="0" y="0"/>
            <a:chExt cx="5303520" cy="2743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58121" y="363474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58121" y="3634740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553471" y="2967328"/>
            <a:ext cx="2537460" cy="2057400"/>
            <a:chOff x="0" y="0"/>
            <a:chExt cx="3383280" cy="2743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83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38328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Chi tiết sản phẩm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635761" y="3291840"/>
            <a:ext cx="3977640" cy="2057400"/>
            <a:chOff x="0" y="0"/>
            <a:chExt cx="5303520" cy="274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78661" y="3634740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978661" y="3634740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886427" y="2967328"/>
            <a:ext cx="2743200" cy="2057400"/>
            <a:chOff x="0" y="0"/>
            <a:chExt cx="3657600" cy="2743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977" t="0" r="-4247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65760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Xem nhanh sản phẩm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4141" y="5760720"/>
            <a:ext cx="3977640" cy="2057400"/>
            <a:chOff x="0" y="0"/>
            <a:chExt cx="5303520" cy="2743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17041" y="6103620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7041" y="610362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04771" y="5417820"/>
            <a:ext cx="2537460" cy="2057400"/>
            <a:chOff x="0" y="0"/>
            <a:chExt cx="3383280" cy="2743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83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38328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Giỏ hàng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994681" y="5760720"/>
            <a:ext cx="3977640" cy="2057400"/>
            <a:chOff x="0" y="0"/>
            <a:chExt cx="5303520" cy="2743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337581" y="6103620"/>
            <a:ext cx="685800" cy="685800"/>
            <a:chOff x="0" y="0"/>
            <a:chExt cx="91440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337581" y="6103620"/>
            <a:ext cx="685800" cy="685800"/>
            <a:chOff x="0" y="0"/>
            <a:chExt cx="91440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229121" y="5417820"/>
            <a:ext cx="2537460" cy="2057400"/>
            <a:chOff x="0" y="0"/>
            <a:chExt cx="3383280" cy="2743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83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38328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Thanh toán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15221" y="5760720"/>
            <a:ext cx="3977640" cy="2057400"/>
            <a:chOff x="0" y="0"/>
            <a:chExt cx="5303520" cy="2743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58121" y="6103620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58121" y="610362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543946" y="5417820"/>
            <a:ext cx="2537460" cy="2057400"/>
            <a:chOff x="0" y="0"/>
            <a:chExt cx="3383280" cy="2743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83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338328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Tài khoản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635761" y="5760720"/>
            <a:ext cx="3977640" cy="2057400"/>
            <a:chOff x="0" y="0"/>
            <a:chExt cx="5303520" cy="2743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035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2596896"/>
                  </a:lnTo>
                  <a:cubicBezTo>
                    <a:pt x="5303520" y="2677668"/>
                    <a:pt x="5237988" y="2743200"/>
                    <a:pt x="51572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978661" y="6103620"/>
            <a:ext cx="685800" cy="685800"/>
            <a:chOff x="0" y="0"/>
            <a:chExt cx="91440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978661" y="6103620"/>
            <a:ext cx="685800" cy="685800"/>
            <a:chOff x="0" y="0"/>
            <a:chExt cx="9144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735204" y="5417820"/>
            <a:ext cx="2878197" cy="2057400"/>
            <a:chOff x="0" y="0"/>
            <a:chExt cx="3837596" cy="2743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37596" cy="2743200"/>
            </a:xfrm>
            <a:custGeom>
              <a:avLst/>
              <a:gdLst/>
              <a:ahLst/>
              <a:cxnLst/>
              <a:rect r="r" b="b" t="t" l="l"/>
              <a:pathLst>
                <a:path h="2743200" w="3837596">
                  <a:moveTo>
                    <a:pt x="0" y="0"/>
                  </a:moveTo>
                  <a:lnTo>
                    <a:pt x="3837596" y="0"/>
                  </a:lnTo>
                  <a:lnTo>
                    <a:pt x="3837596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633" t="0" r="-35795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3837596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Tạo lịch nhắc giao hàng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CÁC HÀM CRUD CƠ BẢN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2781" y="3429000"/>
            <a:ext cx="3497580" cy="1371600"/>
            <a:chOff x="0" y="0"/>
            <a:chExt cx="466344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498848" y="0"/>
                  </a:lnTo>
                  <a:cubicBezTo>
                    <a:pt x="4589780" y="0"/>
                    <a:pt x="4663440" y="73660"/>
                    <a:pt x="4663440" y="164592"/>
                  </a:cubicBezTo>
                  <a:lnTo>
                    <a:pt x="4663440" y="1664208"/>
                  </a:lnTo>
                  <a:cubicBezTo>
                    <a:pt x="4663440" y="1755140"/>
                    <a:pt x="4589780" y="1828800"/>
                    <a:pt x="449884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22781" y="3429000"/>
            <a:ext cx="3497580" cy="1371600"/>
            <a:chOff x="0" y="0"/>
            <a:chExt cx="466344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6634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01311" y="4095750"/>
            <a:ext cx="655320" cy="38100"/>
            <a:chOff x="0" y="0"/>
            <a:chExt cx="87376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3760" cy="50800"/>
            </a:xfrm>
            <a:custGeom>
              <a:avLst/>
              <a:gdLst/>
              <a:ahLst/>
              <a:cxnLst/>
              <a:rect r="r" b="b" t="t" l="l"/>
              <a:pathLst>
                <a:path h="50800" w="873760">
                  <a:moveTo>
                    <a:pt x="0" y="0"/>
                  </a:moveTo>
                  <a:lnTo>
                    <a:pt x="87376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337581" y="3429000"/>
            <a:ext cx="3497580" cy="1371600"/>
            <a:chOff x="0" y="0"/>
            <a:chExt cx="466344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498848" y="0"/>
                  </a:lnTo>
                  <a:cubicBezTo>
                    <a:pt x="4589780" y="0"/>
                    <a:pt x="4663440" y="73660"/>
                    <a:pt x="4663440" y="164592"/>
                  </a:cubicBezTo>
                  <a:lnTo>
                    <a:pt x="4663440" y="1664208"/>
                  </a:lnTo>
                  <a:cubicBezTo>
                    <a:pt x="4663440" y="1755140"/>
                    <a:pt x="4589780" y="1828800"/>
                    <a:pt x="449884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337581" y="3429000"/>
            <a:ext cx="3497580" cy="1371600"/>
            <a:chOff x="0" y="0"/>
            <a:chExt cx="466344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6634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16111" y="4095750"/>
            <a:ext cx="655320" cy="38100"/>
            <a:chOff x="0" y="0"/>
            <a:chExt cx="87376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3760" cy="50800"/>
            </a:xfrm>
            <a:custGeom>
              <a:avLst/>
              <a:gdLst/>
              <a:ahLst/>
              <a:cxnLst/>
              <a:rect r="r" b="b" t="t" l="l"/>
              <a:pathLst>
                <a:path h="50800" w="873760">
                  <a:moveTo>
                    <a:pt x="0" y="0"/>
                  </a:moveTo>
                  <a:lnTo>
                    <a:pt x="87376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452381" y="3429000"/>
            <a:ext cx="3497580" cy="1371600"/>
            <a:chOff x="0" y="0"/>
            <a:chExt cx="466344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498848" y="0"/>
                  </a:lnTo>
                  <a:cubicBezTo>
                    <a:pt x="4589780" y="0"/>
                    <a:pt x="4663440" y="73660"/>
                    <a:pt x="4663440" y="164592"/>
                  </a:cubicBezTo>
                  <a:lnTo>
                    <a:pt x="4663440" y="1664208"/>
                  </a:lnTo>
                  <a:cubicBezTo>
                    <a:pt x="4663440" y="1755140"/>
                    <a:pt x="4589780" y="1828800"/>
                    <a:pt x="449884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52381" y="3429000"/>
            <a:ext cx="3497580" cy="1371600"/>
            <a:chOff x="0" y="0"/>
            <a:chExt cx="466344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6634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Update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30911" y="4095750"/>
            <a:ext cx="655320" cy="38100"/>
            <a:chOff x="0" y="0"/>
            <a:chExt cx="87376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3760" cy="50800"/>
            </a:xfrm>
            <a:custGeom>
              <a:avLst/>
              <a:gdLst/>
              <a:ahLst/>
              <a:cxnLst/>
              <a:rect r="r" b="b" t="t" l="l"/>
              <a:pathLst>
                <a:path h="50800" w="873760">
                  <a:moveTo>
                    <a:pt x="0" y="0"/>
                  </a:moveTo>
                  <a:lnTo>
                    <a:pt x="87376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567181" y="3429000"/>
            <a:ext cx="3497580" cy="1371600"/>
            <a:chOff x="0" y="0"/>
            <a:chExt cx="466344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498848" y="0"/>
                  </a:lnTo>
                  <a:cubicBezTo>
                    <a:pt x="4589780" y="0"/>
                    <a:pt x="4663440" y="73660"/>
                    <a:pt x="4663440" y="164592"/>
                  </a:cubicBezTo>
                  <a:lnTo>
                    <a:pt x="4663440" y="1664208"/>
                  </a:lnTo>
                  <a:cubicBezTo>
                    <a:pt x="4663440" y="1755140"/>
                    <a:pt x="4589780" y="1828800"/>
                    <a:pt x="449884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567181" y="3429000"/>
            <a:ext cx="3497580" cy="1371600"/>
            <a:chOff x="0" y="0"/>
            <a:chExt cx="466344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5" t="0" r="-31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66344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Delete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491" y="5897880"/>
            <a:ext cx="3566160" cy="891540"/>
            <a:chOff x="0" y="0"/>
            <a:chExt cx="4754880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005840"/>
                  </a:lnTo>
                  <a:cubicBezTo>
                    <a:pt x="4754880" y="1106805"/>
                    <a:pt x="4672965" y="1188720"/>
                    <a:pt x="4572000" y="1188720"/>
                  </a:cubicBezTo>
                  <a:lnTo>
                    <a:pt x="182880" y="1188720"/>
                  </a:lnTo>
                  <a:cubicBezTo>
                    <a:pt x="81915" y="1188720"/>
                    <a:pt x="0" y="1106805"/>
                    <a:pt x="0" y="100584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491" y="5847229"/>
            <a:ext cx="3566160" cy="891540"/>
            <a:chOff x="0" y="0"/>
            <a:chExt cx="4754880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75488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addItem()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03291" y="5897880"/>
            <a:ext cx="3566160" cy="891540"/>
            <a:chOff x="0" y="0"/>
            <a:chExt cx="475488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005840"/>
                  </a:lnTo>
                  <a:cubicBezTo>
                    <a:pt x="4754880" y="1106805"/>
                    <a:pt x="4672965" y="1188720"/>
                    <a:pt x="4572000" y="1188720"/>
                  </a:cubicBezTo>
                  <a:lnTo>
                    <a:pt x="182880" y="1188720"/>
                  </a:lnTo>
                  <a:cubicBezTo>
                    <a:pt x="81915" y="1188720"/>
                    <a:pt x="0" y="1106805"/>
                    <a:pt x="0" y="100584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303291" y="5897880"/>
            <a:ext cx="3566160" cy="891540"/>
            <a:chOff x="0" y="0"/>
            <a:chExt cx="4754880" cy="1188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75488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getTotal()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21901" y="5897880"/>
            <a:ext cx="3566160" cy="891540"/>
            <a:chOff x="0" y="0"/>
            <a:chExt cx="4754880" cy="1188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005840"/>
                  </a:lnTo>
                  <a:cubicBezTo>
                    <a:pt x="4754880" y="1106805"/>
                    <a:pt x="4672965" y="1188720"/>
                    <a:pt x="4572000" y="1188720"/>
                  </a:cubicBezTo>
                  <a:lnTo>
                    <a:pt x="182880" y="1188720"/>
                  </a:lnTo>
                  <a:cubicBezTo>
                    <a:pt x="81915" y="1188720"/>
                    <a:pt x="0" y="1106805"/>
                    <a:pt x="0" y="100584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21901" y="5897880"/>
            <a:ext cx="3566160" cy="891540"/>
            <a:chOff x="0" y="0"/>
            <a:chExt cx="475488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75488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updateQuantity(id, qty)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559561" y="5897880"/>
            <a:ext cx="3566160" cy="891540"/>
            <a:chOff x="0" y="0"/>
            <a:chExt cx="4754880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54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1005840"/>
                  </a:lnTo>
                  <a:cubicBezTo>
                    <a:pt x="4754880" y="1106805"/>
                    <a:pt x="4672965" y="1188720"/>
                    <a:pt x="4572000" y="1188720"/>
                  </a:cubicBezTo>
                  <a:lnTo>
                    <a:pt x="182880" y="1188720"/>
                  </a:lnTo>
                  <a:cubicBezTo>
                    <a:pt x="81915" y="1188720"/>
                    <a:pt x="0" y="1106805"/>
                    <a:pt x="0" y="100584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506221" y="5796578"/>
            <a:ext cx="3566160" cy="992842"/>
            <a:chOff x="0" y="0"/>
            <a:chExt cx="4754880" cy="13237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54880" cy="1323789"/>
            </a:xfrm>
            <a:custGeom>
              <a:avLst/>
              <a:gdLst/>
              <a:ahLst/>
              <a:cxnLst/>
              <a:rect r="r" b="b" t="t" l="l"/>
              <a:pathLst>
                <a:path h="1323789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23789"/>
                  </a:lnTo>
                  <a:lnTo>
                    <a:pt x="0" y="13237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089" r="0" b="-148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754880" cy="1342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</a:t>
              </a:r>
              <a:r>
                <a:rPr lang="en-US" sz="1950" b="true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emoveItem(id)</a:t>
              </a:r>
            </a:p>
            <a:p>
              <a:pPr algn="ctr">
                <a:lnSpc>
                  <a:spcPts val="234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2971571" y="4800600"/>
            <a:ext cx="0" cy="109728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>
            <a:off x="7086371" y="4800600"/>
            <a:ext cx="0" cy="109728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>
            <a:off x="11201171" y="4800600"/>
            <a:ext cx="3810" cy="109728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62" id="62"/>
          <p:cNvSpPr/>
          <p:nvPr/>
        </p:nvSpPr>
        <p:spPr>
          <a:xfrm>
            <a:off x="15315971" y="4800600"/>
            <a:ext cx="26670" cy="109728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hàm Add Cart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3155" y="3122229"/>
            <a:ext cx="10424160" cy="5349240"/>
            <a:chOff x="0" y="0"/>
            <a:chExt cx="13898880" cy="7132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8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6986016"/>
                  </a:lnTo>
                  <a:cubicBezTo>
                    <a:pt x="13898880" y="7066788"/>
                    <a:pt x="13833348" y="7132320"/>
                    <a:pt x="1375257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63040" y="3577590"/>
            <a:ext cx="9143688" cy="322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sz="2512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const addItem = (item: CartItem) =&gt; { </a:t>
            </a:r>
          </a:p>
          <a:p>
            <a:pPr algn="l">
              <a:lnSpc>
                <a:spcPts val="4220"/>
              </a:lnSpc>
            </a:pPr>
            <a:r>
              <a:rPr lang="en-US" sz="2512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const index = cart.findIndex( id, color, size );</a:t>
            </a:r>
          </a:p>
          <a:p>
            <a:pPr algn="l">
              <a:lnSpc>
                <a:spcPts val="4220"/>
              </a:lnSpc>
            </a:pPr>
            <a:r>
              <a:rPr lang="en-US" sz="2512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if (index !== -1) { </a:t>
            </a:r>
          </a:p>
          <a:p>
            <a:pPr algn="l">
              <a:lnSpc>
                <a:spcPts val="4220"/>
              </a:lnSpc>
            </a:pPr>
            <a:r>
              <a:rPr lang="en-US" sz="2512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cart[index].quantity += item.quantity; } </a:t>
            </a:r>
          </a:p>
          <a:p>
            <a:pPr algn="l">
              <a:lnSpc>
                <a:spcPts val="4220"/>
              </a:lnSpc>
            </a:pPr>
            <a:r>
              <a:rPr lang="en-US" sz="2512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else { cart.push(item);} </a:t>
            </a:r>
          </a:p>
          <a:p>
            <a:pPr algn="l">
              <a:lnSpc>
                <a:spcPts val="4220"/>
              </a:lnSpc>
            </a:pPr>
            <a:r>
              <a:rPr lang="en-US" sz="2512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saveToLocalStorage(cart); };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29543" y="3418124"/>
            <a:ext cx="5623560" cy="4367008"/>
            <a:chOff x="0" y="0"/>
            <a:chExt cx="7498080" cy="58226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8080" cy="5822677"/>
            </a:xfrm>
            <a:custGeom>
              <a:avLst/>
              <a:gdLst/>
              <a:ahLst/>
              <a:cxnLst/>
              <a:rect r="r" b="b" t="t" l="l"/>
              <a:pathLst>
                <a:path h="5822677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822677"/>
                  </a:lnTo>
                  <a:lnTo>
                    <a:pt x="0" y="58226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69" r="0" b="654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7498080" cy="5936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22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 item đã tồn tại trong giỏ hàng</a:t>
              </a:r>
              <a:r>
                <a:rPr lang="en-US" sz="22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</a:p>
            <a:p>
              <a:pPr algn="l">
                <a:lnSpc>
                  <a:spcPts val="3779"/>
                </a:lnSpc>
              </a:pPr>
              <a:r>
                <a:rPr lang="en-US" sz="22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THEN tăng số lượng sản phẩm lên </a:t>
              </a:r>
            </a:p>
            <a:p>
              <a:pPr algn="l">
                <a:lnSpc>
                  <a:spcPts val="3779"/>
                </a:lnSpc>
              </a:pPr>
              <a:r>
                <a:rPr lang="en-US" sz="22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ELSE thêm item vào danh sách giỏ hàng END IF lưu giỏ hàng vào LocalStorage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get Total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154680"/>
            <a:ext cx="10424160" cy="5349240"/>
            <a:chOff x="0" y="0"/>
            <a:chExt cx="13898880" cy="7132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8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6986016"/>
                  </a:lnTo>
                  <a:cubicBezTo>
                    <a:pt x="13898880" y="7066788"/>
                    <a:pt x="13833348" y="7132320"/>
                    <a:pt x="1375257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63040" y="3606165"/>
            <a:ext cx="9281160" cy="240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onst getTotal = () =&gt; { </a:t>
            </a:r>
          </a:p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return cart.reduce( </a:t>
            </a:r>
          </a:p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(total, item) =&gt; total + item.price * item.quantity, 0 ); };</a:t>
            </a:r>
          </a:p>
          <a:p>
            <a:pPr algn="l">
              <a:lnSpc>
                <a:spcPts val="3766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1455023" y="4114800"/>
            <a:ext cx="6726899" cy="2606040"/>
            <a:chOff x="0" y="0"/>
            <a:chExt cx="8969199" cy="3474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9199" cy="3474720"/>
            </a:xfrm>
            <a:custGeom>
              <a:avLst/>
              <a:gdLst/>
              <a:ahLst/>
              <a:cxnLst/>
              <a:rect r="r" b="b" t="t" l="l"/>
              <a:pathLst>
                <a:path h="3474720" w="8969199">
                  <a:moveTo>
                    <a:pt x="0" y="146304"/>
                  </a:moveTo>
                  <a:cubicBezTo>
                    <a:pt x="0" y="65532"/>
                    <a:pt x="78389" y="0"/>
                    <a:pt x="175009" y="0"/>
                  </a:cubicBezTo>
                  <a:lnTo>
                    <a:pt x="8794190" y="0"/>
                  </a:lnTo>
                  <a:cubicBezTo>
                    <a:pt x="8890809" y="0"/>
                    <a:pt x="8969199" y="65532"/>
                    <a:pt x="8969199" y="146304"/>
                  </a:cubicBezTo>
                  <a:lnTo>
                    <a:pt x="8969199" y="3328416"/>
                  </a:lnTo>
                  <a:cubicBezTo>
                    <a:pt x="8969199" y="3409188"/>
                    <a:pt x="8890809" y="3474720"/>
                    <a:pt x="8794190" y="3474720"/>
                  </a:cubicBezTo>
                  <a:lnTo>
                    <a:pt x="175009" y="3474720"/>
                  </a:lnTo>
                  <a:cubicBezTo>
                    <a:pt x="78389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55023" y="4385259"/>
            <a:ext cx="6680649" cy="2065122"/>
            <a:chOff x="0" y="0"/>
            <a:chExt cx="8907532" cy="275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07532" cy="2753496"/>
            </a:xfrm>
            <a:custGeom>
              <a:avLst/>
              <a:gdLst/>
              <a:ahLst/>
              <a:cxnLst/>
              <a:rect r="r" b="b" t="t" l="l"/>
              <a:pathLst>
                <a:path h="2753496" w="8907532">
                  <a:moveTo>
                    <a:pt x="0" y="0"/>
                  </a:moveTo>
                  <a:lnTo>
                    <a:pt x="8907532" y="0"/>
                  </a:lnTo>
                  <a:lnTo>
                    <a:pt x="8907532" y="2753496"/>
                  </a:lnTo>
                  <a:lnTo>
                    <a:pt x="0" y="27534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34" r="15823" b="2701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907532" cy="2810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total ← 0 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FOR mỗi item total += price × quantity </a:t>
              </a:r>
            </a:p>
            <a:p>
              <a:pPr algn="l">
                <a:lnSpc>
                  <a:spcPts val="3000"/>
                </a:lnSpc>
              </a:pPr>
              <a:r>
                <a:rPr lang="en-US" sz="25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RETURN total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Update số lượng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154680"/>
            <a:ext cx="10160946" cy="5349240"/>
            <a:chOff x="0" y="0"/>
            <a:chExt cx="13547928" cy="7132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47928" cy="7132320"/>
            </a:xfrm>
            <a:custGeom>
              <a:avLst/>
              <a:gdLst/>
              <a:ahLst/>
              <a:cxnLst/>
              <a:rect r="r" b="b" t="t" l="l"/>
              <a:pathLst>
                <a:path h="7132320" w="13547928">
                  <a:moveTo>
                    <a:pt x="0" y="146304"/>
                  </a:moveTo>
                  <a:cubicBezTo>
                    <a:pt x="0" y="65532"/>
                    <a:pt x="63877" y="0"/>
                    <a:pt x="142610" y="0"/>
                  </a:cubicBezTo>
                  <a:lnTo>
                    <a:pt x="13405318" y="0"/>
                  </a:lnTo>
                  <a:cubicBezTo>
                    <a:pt x="13484051" y="0"/>
                    <a:pt x="13547928" y="65532"/>
                    <a:pt x="13547928" y="146304"/>
                  </a:cubicBezTo>
                  <a:lnTo>
                    <a:pt x="13547928" y="6986016"/>
                  </a:lnTo>
                  <a:cubicBezTo>
                    <a:pt x="13547928" y="7066788"/>
                    <a:pt x="13484051" y="7132320"/>
                    <a:pt x="13405318" y="7132320"/>
                  </a:cubicBezTo>
                  <a:lnTo>
                    <a:pt x="142610" y="7132320"/>
                  </a:lnTo>
                  <a:cubicBezTo>
                    <a:pt x="63877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22960" y="3436509"/>
            <a:ext cx="10160946" cy="192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updateQuantity = (id: number, quantity: number) =&gt; {</a:t>
            </a:r>
          </a:p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cart.forEach((item) =&gt; { </a:t>
            </a:r>
          </a:p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if (item.id === id) { item.quantity = quantity; } }); saveToLocalStorage(cart); };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47120" y="4114800"/>
            <a:ext cx="7040880" cy="2606040"/>
            <a:chOff x="0" y="0"/>
            <a:chExt cx="9387840" cy="3474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8784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387840">
                  <a:moveTo>
                    <a:pt x="0" y="146304"/>
                  </a:moveTo>
                  <a:cubicBezTo>
                    <a:pt x="0" y="65532"/>
                    <a:pt x="82048" y="0"/>
                    <a:pt x="183177" y="0"/>
                  </a:cubicBezTo>
                  <a:lnTo>
                    <a:pt x="9204663" y="0"/>
                  </a:lnTo>
                  <a:cubicBezTo>
                    <a:pt x="9305792" y="0"/>
                    <a:pt x="9387840" y="65532"/>
                    <a:pt x="9387840" y="146304"/>
                  </a:cubicBezTo>
                  <a:lnTo>
                    <a:pt x="9387840" y="3328416"/>
                  </a:lnTo>
                  <a:cubicBezTo>
                    <a:pt x="9387840" y="3409188"/>
                    <a:pt x="9305792" y="3474720"/>
                    <a:pt x="9204663" y="3474720"/>
                  </a:cubicBezTo>
                  <a:lnTo>
                    <a:pt x="183177" y="3474720"/>
                  </a:lnTo>
                  <a:cubicBezTo>
                    <a:pt x="82048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74278" y="4369813"/>
            <a:ext cx="7040880" cy="1981110"/>
            <a:chOff x="0" y="0"/>
            <a:chExt cx="9387840" cy="2641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87840" cy="2641480"/>
            </a:xfrm>
            <a:custGeom>
              <a:avLst/>
              <a:gdLst/>
              <a:ahLst/>
              <a:cxnLst/>
              <a:rect r="r" b="b" t="t" l="l"/>
              <a:pathLst>
                <a:path h="26414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641480"/>
                  </a:lnTo>
                  <a:lnTo>
                    <a:pt x="0" y="264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539" r="20129" b="239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387840" cy="2708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updateQuantity(id, qty) 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Tìm item theo id Cập nhật số lượng Lưu LocalStorage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remove Item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3154680"/>
            <a:ext cx="10160946" cy="5349240"/>
            <a:chOff x="0" y="0"/>
            <a:chExt cx="13547928" cy="7132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47928" cy="7132320"/>
            </a:xfrm>
            <a:custGeom>
              <a:avLst/>
              <a:gdLst/>
              <a:ahLst/>
              <a:cxnLst/>
              <a:rect r="r" b="b" t="t" l="l"/>
              <a:pathLst>
                <a:path h="7132320" w="13547928">
                  <a:moveTo>
                    <a:pt x="0" y="146304"/>
                  </a:moveTo>
                  <a:cubicBezTo>
                    <a:pt x="0" y="65532"/>
                    <a:pt x="63877" y="0"/>
                    <a:pt x="142610" y="0"/>
                  </a:cubicBezTo>
                  <a:lnTo>
                    <a:pt x="13405318" y="0"/>
                  </a:lnTo>
                  <a:cubicBezTo>
                    <a:pt x="13484051" y="0"/>
                    <a:pt x="13547928" y="65532"/>
                    <a:pt x="13547928" y="146304"/>
                  </a:cubicBezTo>
                  <a:lnTo>
                    <a:pt x="13547928" y="6986016"/>
                  </a:lnTo>
                  <a:cubicBezTo>
                    <a:pt x="13547928" y="7066788"/>
                    <a:pt x="13484051" y="7132320"/>
                    <a:pt x="13405318" y="7132320"/>
                  </a:cubicBezTo>
                  <a:lnTo>
                    <a:pt x="142610" y="7132320"/>
                  </a:lnTo>
                  <a:cubicBezTo>
                    <a:pt x="63877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67302" y="3436509"/>
            <a:ext cx="9816604" cy="144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removeItem = (id: number) =&gt; { </a:t>
            </a:r>
          </a:p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cart = cart.filter((item) =&gt; item.id !== id);</a:t>
            </a:r>
          </a:p>
          <a:p>
            <a:pPr algn="l">
              <a:lnSpc>
                <a:spcPts val="3766"/>
              </a:lnSpc>
            </a:pPr>
            <a:r>
              <a:rPr lang="en-US" sz="2325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saveToLocalStorage(cart); };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47120" y="4114800"/>
            <a:ext cx="5077585" cy="1957017"/>
            <a:chOff x="0" y="0"/>
            <a:chExt cx="6770114" cy="26093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0114" cy="2609356"/>
            </a:xfrm>
            <a:custGeom>
              <a:avLst/>
              <a:gdLst/>
              <a:ahLst/>
              <a:cxnLst/>
              <a:rect r="r" b="b" t="t" l="l"/>
              <a:pathLst>
                <a:path h="2609356" w="6770114">
                  <a:moveTo>
                    <a:pt x="0" y="109868"/>
                  </a:moveTo>
                  <a:cubicBezTo>
                    <a:pt x="0" y="49212"/>
                    <a:pt x="59170" y="0"/>
                    <a:pt x="132100" y="0"/>
                  </a:cubicBezTo>
                  <a:lnTo>
                    <a:pt x="6638014" y="0"/>
                  </a:lnTo>
                  <a:cubicBezTo>
                    <a:pt x="6710944" y="0"/>
                    <a:pt x="6770114" y="49212"/>
                    <a:pt x="6770114" y="109868"/>
                  </a:cubicBezTo>
                  <a:lnTo>
                    <a:pt x="6770114" y="2499488"/>
                  </a:lnTo>
                  <a:cubicBezTo>
                    <a:pt x="6770114" y="2560144"/>
                    <a:pt x="6710944" y="2609356"/>
                    <a:pt x="6638014" y="2609356"/>
                  </a:cubicBezTo>
                  <a:lnTo>
                    <a:pt x="132100" y="2609356"/>
                  </a:lnTo>
                  <a:cubicBezTo>
                    <a:pt x="59170" y="2609356"/>
                    <a:pt x="0" y="2560144"/>
                    <a:pt x="0" y="24994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29543" y="4455049"/>
            <a:ext cx="5623560" cy="1376902"/>
            <a:chOff x="0" y="0"/>
            <a:chExt cx="7498080" cy="18358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98080" cy="1835869"/>
            </a:xfrm>
            <a:custGeom>
              <a:avLst/>
              <a:gdLst/>
              <a:ahLst/>
              <a:cxnLst/>
              <a:rect r="r" b="b" t="t" l="l"/>
              <a:pathLst>
                <a:path h="1835869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835869"/>
                  </a:lnTo>
                  <a:lnTo>
                    <a:pt x="0" y="1835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58" r="0" b="4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498080" cy="1854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Xóa item theo id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Cập nhật danh sách 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Lưu LocalStorage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LUỒNG NGƯỜI DÙNG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Quy trình mua hàng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4201" y="4389120"/>
            <a:ext cx="2811780" cy="1303020"/>
            <a:chOff x="0" y="0"/>
            <a:chExt cx="374904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84448" y="0"/>
                  </a:lnTo>
                  <a:cubicBezTo>
                    <a:pt x="3675380" y="0"/>
                    <a:pt x="3749040" y="73660"/>
                    <a:pt x="3749040" y="164592"/>
                  </a:cubicBezTo>
                  <a:lnTo>
                    <a:pt x="3749040" y="1572768"/>
                  </a:lnTo>
                  <a:cubicBezTo>
                    <a:pt x="3749040" y="1663700"/>
                    <a:pt x="3675380" y="1737360"/>
                    <a:pt x="358444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35151" y="4389120"/>
            <a:ext cx="2811780" cy="1303020"/>
            <a:chOff x="0" y="0"/>
            <a:chExt cx="3749040" cy="1737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4904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Home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46931" y="5021580"/>
            <a:ext cx="518160" cy="38100"/>
            <a:chOff x="0" y="0"/>
            <a:chExt cx="69088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0880" cy="50800"/>
            </a:xfrm>
            <a:custGeom>
              <a:avLst/>
              <a:gdLst/>
              <a:ahLst/>
              <a:cxnLst/>
              <a:rect r="r" b="b" t="t" l="l"/>
              <a:pathLst>
                <a:path h="50800" w="690880">
                  <a:moveTo>
                    <a:pt x="0" y="0"/>
                  </a:moveTo>
                  <a:lnTo>
                    <a:pt x="69088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446041" y="4389120"/>
            <a:ext cx="2811780" cy="1303020"/>
            <a:chOff x="0" y="0"/>
            <a:chExt cx="374904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84448" y="0"/>
                  </a:lnTo>
                  <a:cubicBezTo>
                    <a:pt x="3675380" y="0"/>
                    <a:pt x="3749040" y="73660"/>
                    <a:pt x="3749040" y="164592"/>
                  </a:cubicBezTo>
                  <a:lnTo>
                    <a:pt x="3749040" y="1572768"/>
                  </a:lnTo>
                  <a:cubicBezTo>
                    <a:pt x="3749040" y="1663700"/>
                    <a:pt x="3675380" y="1737360"/>
                    <a:pt x="358444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446041" y="4389120"/>
            <a:ext cx="2811780" cy="1303020"/>
            <a:chOff x="0" y="0"/>
            <a:chExt cx="3749040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74904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38771" y="5021580"/>
            <a:ext cx="518160" cy="38100"/>
            <a:chOff x="0" y="0"/>
            <a:chExt cx="69088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0880" cy="50800"/>
            </a:xfrm>
            <a:custGeom>
              <a:avLst/>
              <a:gdLst/>
              <a:ahLst/>
              <a:cxnLst/>
              <a:rect r="r" b="b" t="t" l="l"/>
              <a:pathLst>
                <a:path h="50800" w="690880">
                  <a:moveTo>
                    <a:pt x="0" y="0"/>
                  </a:moveTo>
                  <a:lnTo>
                    <a:pt x="69088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737881" y="4389120"/>
            <a:ext cx="2811780" cy="1303020"/>
            <a:chOff x="0" y="0"/>
            <a:chExt cx="3749040" cy="1737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84448" y="0"/>
                  </a:lnTo>
                  <a:cubicBezTo>
                    <a:pt x="3675380" y="0"/>
                    <a:pt x="3749040" y="73660"/>
                    <a:pt x="3749040" y="164592"/>
                  </a:cubicBezTo>
                  <a:lnTo>
                    <a:pt x="3749040" y="1572768"/>
                  </a:lnTo>
                  <a:cubicBezTo>
                    <a:pt x="3749040" y="1663700"/>
                    <a:pt x="3675380" y="1737360"/>
                    <a:pt x="358444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37881" y="4389120"/>
            <a:ext cx="2811780" cy="1303020"/>
            <a:chOff x="0" y="0"/>
            <a:chExt cx="3749040" cy="173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74904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Detail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30611" y="5021580"/>
            <a:ext cx="518160" cy="38100"/>
            <a:chOff x="0" y="0"/>
            <a:chExt cx="69088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0880" cy="50800"/>
            </a:xfrm>
            <a:custGeom>
              <a:avLst/>
              <a:gdLst/>
              <a:ahLst/>
              <a:cxnLst/>
              <a:rect r="r" b="b" t="t" l="l"/>
              <a:pathLst>
                <a:path h="50800" w="690880">
                  <a:moveTo>
                    <a:pt x="0" y="0"/>
                  </a:moveTo>
                  <a:lnTo>
                    <a:pt x="69088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029721" y="4389120"/>
            <a:ext cx="2811780" cy="1303020"/>
            <a:chOff x="0" y="0"/>
            <a:chExt cx="3749040" cy="1737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84448" y="0"/>
                  </a:lnTo>
                  <a:cubicBezTo>
                    <a:pt x="3675380" y="0"/>
                    <a:pt x="3749040" y="73660"/>
                    <a:pt x="3749040" y="164592"/>
                  </a:cubicBezTo>
                  <a:lnTo>
                    <a:pt x="3749040" y="1572768"/>
                  </a:lnTo>
                  <a:cubicBezTo>
                    <a:pt x="3749040" y="1663700"/>
                    <a:pt x="3675380" y="1737360"/>
                    <a:pt x="358444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029721" y="4389120"/>
            <a:ext cx="2811780" cy="1303020"/>
            <a:chOff x="0" y="0"/>
            <a:chExt cx="3749040" cy="1737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74904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822451" y="5021580"/>
            <a:ext cx="518160" cy="38100"/>
            <a:chOff x="0" y="0"/>
            <a:chExt cx="690880" cy="5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0880" cy="50800"/>
            </a:xfrm>
            <a:custGeom>
              <a:avLst/>
              <a:gdLst/>
              <a:ahLst/>
              <a:cxnLst/>
              <a:rect r="r" b="b" t="t" l="l"/>
              <a:pathLst>
                <a:path h="50800" w="690880">
                  <a:moveTo>
                    <a:pt x="0" y="0"/>
                  </a:moveTo>
                  <a:lnTo>
                    <a:pt x="69088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  <a:ln w="38100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321561" y="4389120"/>
            <a:ext cx="2811780" cy="1303020"/>
            <a:chOff x="0" y="0"/>
            <a:chExt cx="3749040" cy="1737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584448" y="0"/>
                  </a:lnTo>
                  <a:cubicBezTo>
                    <a:pt x="3675380" y="0"/>
                    <a:pt x="3749040" y="73660"/>
                    <a:pt x="3749040" y="164592"/>
                  </a:cubicBezTo>
                  <a:lnTo>
                    <a:pt x="3749040" y="1572768"/>
                  </a:lnTo>
                  <a:cubicBezTo>
                    <a:pt x="3749040" y="1663700"/>
                    <a:pt x="3675380" y="1737360"/>
                    <a:pt x="358444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321561" y="4389120"/>
            <a:ext cx="2811780" cy="1303020"/>
            <a:chOff x="0" y="0"/>
            <a:chExt cx="374904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90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57" t="0" r="-945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74904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Checkout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3965981" y="5040630"/>
            <a:ext cx="480060" cy="1905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 flipV="true">
            <a:off x="7257821" y="4981244"/>
            <a:ext cx="499110" cy="5938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10549661" y="5040630"/>
            <a:ext cx="607315" cy="3796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 flipV="true">
            <a:off x="13841501" y="4883891"/>
            <a:ext cx="398334" cy="156739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Kết quả đạt được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8431" y="3291840"/>
            <a:ext cx="5349240" cy="2194560"/>
            <a:chOff x="0" y="0"/>
            <a:chExt cx="713232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9911" y="370332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9911" y="3703320"/>
            <a:ext cx="754380" cy="754380"/>
            <a:chOff x="0" y="0"/>
            <a:chExt cx="100584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1331" y="4594860"/>
            <a:ext cx="4663440" cy="754380"/>
            <a:chOff x="0" y="0"/>
            <a:chExt cx="621792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179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Responsive hoàn chỉnh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69151" y="3291840"/>
            <a:ext cx="5349240" cy="2194560"/>
            <a:chOff x="0" y="0"/>
            <a:chExt cx="713232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80631" y="370332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80631" y="370332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12051" y="4594860"/>
            <a:ext cx="4663440" cy="754380"/>
            <a:chOff x="0" y="0"/>
            <a:chExt cx="621792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2179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 Management hiệu quả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29871" y="3291840"/>
            <a:ext cx="5349240" cy="2194560"/>
            <a:chOff x="0" y="0"/>
            <a:chExt cx="713232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41351" y="370332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41351" y="3703320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572771" y="4594860"/>
            <a:ext cx="4663440" cy="754380"/>
            <a:chOff x="0" y="0"/>
            <a:chExt cx="621792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2179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Static Export tối ưu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08431" y="5966460"/>
            <a:ext cx="5349240" cy="2194560"/>
            <a:chOff x="0" y="0"/>
            <a:chExt cx="7132320" cy="292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19911" y="6377940"/>
            <a:ext cx="754380" cy="754380"/>
            <a:chOff x="0" y="0"/>
            <a:chExt cx="10058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19911" y="6377940"/>
            <a:ext cx="754380" cy="754380"/>
            <a:chOff x="0" y="0"/>
            <a:chExt cx="100584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51331" y="7269480"/>
            <a:ext cx="4663440" cy="754380"/>
            <a:chOff x="0" y="0"/>
            <a:chExt cx="621792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2179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Tương thích Mobile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69151" y="5966460"/>
            <a:ext cx="5349240" cy="2194560"/>
            <a:chOff x="0" y="0"/>
            <a:chExt cx="713232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880631" y="6377940"/>
            <a:ext cx="754380" cy="754380"/>
            <a:chOff x="0" y="0"/>
            <a:chExt cx="100584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80631" y="6377940"/>
            <a:ext cx="754380" cy="754380"/>
            <a:chOff x="0" y="0"/>
            <a:chExt cx="100584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12051" y="7269480"/>
            <a:ext cx="4663440" cy="754380"/>
            <a:chOff x="0" y="0"/>
            <a:chExt cx="6217920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2179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Giao diện hiện đại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229871" y="5966460"/>
            <a:ext cx="5349240" cy="2194560"/>
            <a:chOff x="0" y="0"/>
            <a:chExt cx="7132320" cy="2926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641351" y="6377940"/>
            <a:ext cx="754380" cy="754380"/>
            <a:chOff x="0" y="0"/>
            <a:chExt cx="100584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641351" y="6377940"/>
            <a:ext cx="754380" cy="754380"/>
            <a:chOff x="0" y="0"/>
            <a:chExt cx="1005840" cy="1005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572771" y="7269480"/>
            <a:ext cx="4663440" cy="754380"/>
            <a:chOff x="0" y="0"/>
            <a:chExt cx="621792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2179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Triển khai trên Vercel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HẠN CHẾ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Hạn chế của đề tài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4141" y="3566160"/>
            <a:ext cx="3977640" cy="4389120"/>
            <a:chOff x="0" y="0"/>
            <a:chExt cx="5303520" cy="5852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03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705856"/>
                  </a:lnTo>
                  <a:cubicBezTo>
                    <a:pt x="5303520" y="5786628"/>
                    <a:pt x="5237988" y="5852160"/>
                    <a:pt x="5157216" y="5852160"/>
                  </a:cubicBezTo>
                  <a:lnTo>
                    <a:pt x="146304" y="5852160"/>
                  </a:lnTo>
                  <a:cubicBezTo>
                    <a:pt x="65532" y="5852160"/>
                    <a:pt x="0" y="5786628"/>
                    <a:pt x="0" y="570585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82901" y="418338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82901" y="4183380"/>
            <a:ext cx="960120" cy="960120"/>
            <a:chOff x="0" y="0"/>
            <a:chExt cx="128016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9881" y="5623560"/>
            <a:ext cx="3566160" cy="1371600"/>
            <a:chOff x="0" y="0"/>
            <a:chExt cx="475488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7548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Chưa có Backend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94681" y="3566160"/>
            <a:ext cx="3977640" cy="4389120"/>
            <a:chOff x="0" y="0"/>
            <a:chExt cx="5303520" cy="5852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705856"/>
                  </a:lnTo>
                  <a:cubicBezTo>
                    <a:pt x="5303520" y="5786628"/>
                    <a:pt x="5237988" y="5852160"/>
                    <a:pt x="5157216" y="5852160"/>
                  </a:cubicBezTo>
                  <a:lnTo>
                    <a:pt x="146304" y="5852160"/>
                  </a:lnTo>
                  <a:cubicBezTo>
                    <a:pt x="65532" y="5852160"/>
                    <a:pt x="0" y="5786628"/>
                    <a:pt x="0" y="570585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503441" y="4183380"/>
            <a:ext cx="960120" cy="960120"/>
            <a:chOff x="0" y="0"/>
            <a:chExt cx="128016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03441" y="418338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00421" y="5623560"/>
            <a:ext cx="3566160" cy="1371600"/>
            <a:chOff x="0" y="0"/>
            <a:chExt cx="475488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7548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Chưa có Database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15221" y="3566160"/>
            <a:ext cx="3977640" cy="4389120"/>
            <a:chOff x="0" y="0"/>
            <a:chExt cx="5303520" cy="5852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3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705856"/>
                  </a:lnTo>
                  <a:cubicBezTo>
                    <a:pt x="5303520" y="5786628"/>
                    <a:pt x="5237988" y="5852160"/>
                    <a:pt x="5157216" y="5852160"/>
                  </a:cubicBezTo>
                  <a:lnTo>
                    <a:pt x="146304" y="5852160"/>
                  </a:lnTo>
                  <a:cubicBezTo>
                    <a:pt x="65532" y="5852160"/>
                    <a:pt x="0" y="5786628"/>
                    <a:pt x="0" y="570585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823981" y="4183380"/>
            <a:ext cx="960120" cy="960120"/>
            <a:chOff x="0" y="0"/>
            <a:chExt cx="1280160" cy="1280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23981" y="418338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20961" y="5623560"/>
            <a:ext cx="3566160" cy="1371600"/>
            <a:chOff x="0" y="0"/>
            <a:chExt cx="475488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7548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Chưa thanh toán thật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635761" y="3566160"/>
            <a:ext cx="3977640" cy="4389120"/>
            <a:chOff x="0" y="0"/>
            <a:chExt cx="5303520" cy="5852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3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5705856"/>
                  </a:lnTo>
                  <a:cubicBezTo>
                    <a:pt x="5303520" y="5786628"/>
                    <a:pt x="5237988" y="5852160"/>
                    <a:pt x="5157216" y="5852160"/>
                  </a:cubicBezTo>
                  <a:lnTo>
                    <a:pt x="146304" y="5852160"/>
                  </a:lnTo>
                  <a:cubicBezTo>
                    <a:pt x="65532" y="5852160"/>
                    <a:pt x="0" y="5786628"/>
                    <a:pt x="0" y="570585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144521" y="418338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144521" y="4183380"/>
            <a:ext cx="960120" cy="960120"/>
            <a:chOff x="0" y="0"/>
            <a:chExt cx="1280160" cy="1280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841501" y="5623560"/>
            <a:ext cx="3566160" cy="1371600"/>
            <a:chOff x="0" y="0"/>
            <a:chExt cx="475488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7548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Chưa có Admin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B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608576" y="0"/>
                  </a:lnTo>
                  <a:cubicBezTo>
                    <a:pt x="4689348" y="0"/>
                    <a:pt x="4754880" y="65532"/>
                    <a:pt x="4754880" y="146304"/>
                  </a:cubicBezTo>
                  <a:lnTo>
                    <a:pt x="4754880" y="621792"/>
                  </a:lnTo>
                  <a:cubicBezTo>
                    <a:pt x="4754880" y="702564"/>
                    <a:pt x="4689348" y="768096"/>
                    <a:pt x="460857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3566160" cy="576072"/>
            <a:chOff x="0" y="0"/>
            <a:chExt cx="47548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768096"/>
            </a:xfrm>
            <a:custGeom>
              <a:avLst/>
              <a:gdLst/>
              <a:ahLst/>
              <a:cxnLst/>
              <a:rect r="r" b="b" t="t" l="l"/>
              <a:pathLst>
                <a:path h="76809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548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E40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TƯƠNG LAI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08760"/>
            <a:ext cx="16596360" cy="1234440"/>
            <a:chOff x="0" y="0"/>
            <a:chExt cx="2212848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212848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Hướng phát triển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8431" y="3291840"/>
            <a:ext cx="5349240" cy="2194560"/>
            <a:chOff x="0" y="0"/>
            <a:chExt cx="713232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1331" y="3566160"/>
            <a:ext cx="2057400" cy="685800"/>
            <a:chOff x="0" y="0"/>
            <a:chExt cx="27432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1331" y="4457700"/>
            <a:ext cx="4663440" cy="822960"/>
            <a:chOff x="0" y="0"/>
            <a:chExt cx="621792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API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69151" y="3291840"/>
            <a:ext cx="5349240" cy="2194560"/>
            <a:chOff x="0" y="0"/>
            <a:chExt cx="713232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12051" y="3566160"/>
            <a:ext cx="2057400" cy="685800"/>
            <a:chOff x="0" y="0"/>
            <a:chExt cx="27432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12051" y="4457700"/>
            <a:ext cx="4663440" cy="822960"/>
            <a:chOff x="0" y="0"/>
            <a:chExt cx="62179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Xác thực JWT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29871" y="3291840"/>
            <a:ext cx="5349240" cy="2194560"/>
            <a:chOff x="0" y="0"/>
            <a:chExt cx="7132320" cy="2926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72771" y="3566160"/>
            <a:ext cx="2057400" cy="685800"/>
            <a:chOff x="0" y="0"/>
            <a:chExt cx="27432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72771" y="4457700"/>
            <a:ext cx="4663440" cy="822960"/>
            <a:chOff x="0" y="0"/>
            <a:chExt cx="621792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MySQL / PostgreSQL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8431" y="5966460"/>
            <a:ext cx="5349240" cy="2194560"/>
            <a:chOff x="0" y="0"/>
            <a:chExt cx="7132320" cy="2926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51331" y="6240780"/>
            <a:ext cx="2057400" cy="685800"/>
            <a:chOff x="0" y="0"/>
            <a:chExt cx="27432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51331" y="7132320"/>
            <a:ext cx="4663440" cy="822960"/>
            <a:chOff x="0" y="0"/>
            <a:chExt cx="621792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Redis Cache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69151" y="5966460"/>
            <a:ext cx="5349240" cy="2194560"/>
            <a:chOff x="0" y="0"/>
            <a:chExt cx="7132320" cy="2926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12051" y="6240780"/>
            <a:ext cx="2057400" cy="685800"/>
            <a:chOff x="0" y="0"/>
            <a:chExt cx="27432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12051" y="7132320"/>
            <a:ext cx="4663440" cy="822960"/>
            <a:chOff x="0" y="0"/>
            <a:chExt cx="621792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Thanh toán VNPay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29871" y="5966460"/>
            <a:ext cx="5349240" cy="2194560"/>
            <a:chOff x="0" y="0"/>
            <a:chExt cx="713232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779776"/>
                  </a:lnTo>
                  <a:cubicBezTo>
                    <a:pt x="7132320" y="2860548"/>
                    <a:pt x="7066788" y="2926080"/>
                    <a:pt x="6986016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72771" y="6240780"/>
            <a:ext cx="2057400" cy="685800"/>
            <a:chOff x="0" y="0"/>
            <a:chExt cx="27432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3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7432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BEA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572771" y="7132320"/>
            <a:ext cx="4663440" cy="822960"/>
            <a:chOff x="0" y="0"/>
            <a:chExt cx="621792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62179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Dashboard Admin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6963" y="-935355"/>
            <a:ext cx="12070080" cy="10287000"/>
            <a:chOff x="0" y="0"/>
            <a:chExt cx="1609344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9343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94092" y="0"/>
            <a:ext cx="6393450" cy="10287000"/>
            <a:chOff x="0" y="0"/>
            <a:chExt cx="8524601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245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524574">
                  <a:moveTo>
                    <a:pt x="0" y="0"/>
                  </a:moveTo>
                  <a:lnTo>
                    <a:pt x="8524574" y="0"/>
                  </a:lnTo>
                  <a:lnTo>
                    <a:pt x="852457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3318" y="2013585"/>
            <a:ext cx="11186762" cy="2194560"/>
            <a:chOff x="0" y="0"/>
            <a:chExt cx="14915683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15683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915683">
                  <a:moveTo>
                    <a:pt x="0" y="0"/>
                  </a:moveTo>
                  <a:lnTo>
                    <a:pt x="14915683" y="0"/>
                  </a:lnTo>
                  <a:lnTo>
                    <a:pt x="14915683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6817" b="-425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4915683" cy="3002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36"/>
                </a:lnSpc>
              </a:pPr>
              <a:r>
                <a:rPr lang="en-US" b="true" sz="4800">
                  <a:solidFill>
                    <a:srgbClr val="60A5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Cảm ơn thầy và các bạn đã lắng nghe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7477" y="3865245"/>
            <a:ext cx="438912" cy="438912"/>
            <a:chOff x="0" y="0"/>
            <a:chExt cx="585216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7477" y="3865245"/>
            <a:ext cx="438912" cy="438912"/>
            <a:chOff x="0" y="0"/>
            <a:chExt cx="585216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94697" y="3796665"/>
            <a:ext cx="9326880" cy="617220"/>
            <a:chOff x="0" y="0"/>
            <a:chExt cx="1243584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35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435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Hoàn thành mục tiêu đề ra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7477" y="4825365"/>
            <a:ext cx="438912" cy="438912"/>
            <a:chOff x="0" y="0"/>
            <a:chExt cx="585216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77477" y="4825365"/>
            <a:ext cx="438912" cy="438912"/>
            <a:chOff x="0" y="0"/>
            <a:chExt cx="585216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4697" y="4756785"/>
            <a:ext cx="9326880" cy="617220"/>
            <a:chOff x="0" y="0"/>
            <a:chExt cx="1243584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35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2435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Ứng dụng Next.js hiệu quả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7477" y="5785485"/>
            <a:ext cx="438912" cy="438912"/>
            <a:chOff x="0" y="0"/>
            <a:chExt cx="585216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77477" y="5785485"/>
            <a:ext cx="438912" cy="438912"/>
            <a:chOff x="0" y="0"/>
            <a:chExt cx="585216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94697" y="5716905"/>
            <a:ext cx="9326880" cy="617220"/>
            <a:chOff x="0" y="0"/>
            <a:chExt cx="1243584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35840" cy="822960"/>
            </a:xfrm>
            <a:custGeom>
              <a:avLst/>
              <a:gdLst/>
              <a:ahLst/>
              <a:cxnLst/>
              <a:rect r="r" b="b" t="t" l="l"/>
              <a:pathLst>
                <a:path h="822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440" r="0" b="-2444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24358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Có thể phát triển thành hệ thống thực tế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3318" y="6953250"/>
            <a:ext cx="10111767" cy="960120"/>
            <a:chOff x="0" y="0"/>
            <a:chExt cx="13482356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82355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482355">
                  <a:moveTo>
                    <a:pt x="0" y="0"/>
                  </a:moveTo>
                  <a:lnTo>
                    <a:pt x="13482355" y="0"/>
                  </a:lnTo>
                  <a:lnTo>
                    <a:pt x="13482355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18613" b="-11701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3482356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563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Xin cảm ơn thầy và các bạn đã lắng nghe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053103" y="9532620"/>
            <a:ext cx="822960" cy="480060"/>
            <a:chOff x="0" y="0"/>
            <a:chExt cx="109728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097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2568608" y="406136"/>
            <a:ext cx="2804967" cy="2626469"/>
          </a:xfrm>
          <a:custGeom>
            <a:avLst/>
            <a:gdLst/>
            <a:ahLst/>
            <a:cxnLst/>
            <a:rect r="r" b="b" t="t" l="l"/>
            <a:pathLst>
              <a:path h="2626469" w="2804967">
                <a:moveTo>
                  <a:pt x="0" y="0"/>
                </a:moveTo>
                <a:lnTo>
                  <a:pt x="2804967" y="0"/>
                </a:lnTo>
                <a:lnTo>
                  <a:pt x="2804967" y="2626469"/>
                </a:lnTo>
                <a:lnTo>
                  <a:pt x="0" y="2626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5342675" y="3407868"/>
            <a:ext cx="1775692" cy="1775692"/>
          </a:xfrm>
          <a:custGeom>
            <a:avLst/>
            <a:gdLst/>
            <a:ahLst/>
            <a:cxnLst/>
            <a:rect r="r" b="b" t="t" l="l"/>
            <a:pathLst>
              <a:path h="1775692" w="1775692">
                <a:moveTo>
                  <a:pt x="0" y="0"/>
                </a:moveTo>
                <a:lnTo>
                  <a:pt x="1775692" y="0"/>
                </a:lnTo>
                <a:lnTo>
                  <a:pt x="1775692" y="1775691"/>
                </a:lnTo>
                <a:lnTo>
                  <a:pt x="0" y="1775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317980" y="4787042"/>
            <a:ext cx="2053364" cy="1437355"/>
          </a:xfrm>
          <a:custGeom>
            <a:avLst/>
            <a:gdLst/>
            <a:ahLst/>
            <a:cxnLst/>
            <a:rect r="r" b="b" t="t" l="l"/>
            <a:pathLst>
              <a:path h="1437355" w="2053364">
                <a:moveTo>
                  <a:pt x="0" y="0"/>
                </a:moveTo>
                <a:lnTo>
                  <a:pt x="2053365" y="0"/>
                </a:lnTo>
                <a:lnTo>
                  <a:pt x="2053365" y="1437355"/>
                </a:lnTo>
                <a:lnTo>
                  <a:pt x="0" y="14373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092292" y="7464262"/>
            <a:ext cx="2802426" cy="1690213"/>
          </a:xfrm>
          <a:custGeom>
            <a:avLst/>
            <a:gdLst/>
            <a:ahLst/>
            <a:cxnLst/>
            <a:rect r="r" b="b" t="t" l="l"/>
            <a:pathLst>
              <a:path h="1690213" w="2802426">
                <a:moveTo>
                  <a:pt x="0" y="0"/>
                </a:moveTo>
                <a:lnTo>
                  <a:pt x="2802427" y="0"/>
                </a:lnTo>
                <a:lnTo>
                  <a:pt x="2802427" y="1690213"/>
                </a:lnTo>
                <a:lnTo>
                  <a:pt x="0" y="16902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DAHPhRwXhsw</dc:identifier>
  <dcterms:modified xsi:type="dcterms:W3CDTF">2011-08-01T06:04:30Z</dcterms:modified>
  <cp:revision>1</cp:revision>
  <dc:title>Đồ án môn Thiết kế Web</dc:title>
</cp:coreProperties>
</file>